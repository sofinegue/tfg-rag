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7" r:id="rId4"/>
    <p:sldId id="262" r:id="rId5"/>
    <p:sldId id="259" r:id="rId6"/>
    <p:sldId id="257" r:id="rId7"/>
    <p:sldId id="279" r:id="rId8"/>
    <p:sldId id="258" r:id="rId9"/>
    <p:sldId id="268" r:id="rId10"/>
    <p:sldId id="278" r:id="rId11"/>
    <p:sldId id="280" r:id="rId12"/>
    <p:sldId id="272" r:id="rId13"/>
    <p:sldId id="275" r:id="rId14"/>
    <p:sldId id="276" r:id="rId15"/>
    <p:sldId id="270" r:id="rId16"/>
    <p:sldId id="277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 y objetivos" id="{890F5941-F27A-4ACB-911A-D7BFB584517A}">
          <p14:sldIdLst>
            <p14:sldId id="256"/>
            <p14:sldId id="261"/>
            <p14:sldId id="267"/>
            <p14:sldId id="262"/>
            <p14:sldId id="259"/>
          </p14:sldIdLst>
        </p14:section>
        <p14:section name="Diseño del sistema" id="{1F24B7CA-BA2C-43A9-A70B-F7FE77292776}">
          <p14:sldIdLst>
            <p14:sldId id="257"/>
            <p14:sldId id="279"/>
            <p14:sldId id="258"/>
            <p14:sldId id="268"/>
          </p14:sldIdLst>
        </p14:section>
        <p14:section name="Resultados y estado actual" id="{673AEFD9-50FE-4A82-A53B-85175633FD40}">
          <p14:sldIdLst>
            <p14:sldId id="278"/>
            <p14:sldId id="280"/>
            <p14:sldId id="272"/>
            <p14:sldId id="275"/>
            <p14:sldId id="276"/>
            <p14:sldId id="270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B4F"/>
    <a:srgbClr val="E7E8E9"/>
    <a:srgbClr val="8598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14C93-2B47-4A77-97EB-0D9C6D273673}" v="37" dt="2026-06-03T07:39:13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Negueruela Avellaneda" userId="1355ce59-2ee3-4584-b6f2-c7e4b99958aa" providerId="ADAL" clId="{75AA7C8B-0E1E-45F8-BB8D-1CDD06E81B9F}"/>
    <pc:docChg chg="undo redo custSel addSld delSld modSld sldOrd modMainMaster addSection modSection">
      <pc:chgData name="Sofia Negueruela Avellaneda" userId="1355ce59-2ee3-4584-b6f2-c7e4b99958aa" providerId="ADAL" clId="{75AA7C8B-0E1E-45F8-BB8D-1CDD06E81B9F}" dt="2026-06-03T07:39:30.043" v="3841" actId="1076"/>
      <pc:docMkLst>
        <pc:docMk/>
      </pc:docMkLst>
      <pc:sldChg chg="addSp delSp modSp mod">
        <pc:chgData name="Sofia Negueruela Avellaneda" userId="1355ce59-2ee3-4584-b6f2-c7e4b99958aa" providerId="ADAL" clId="{75AA7C8B-0E1E-45F8-BB8D-1CDD06E81B9F}" dt="2026-06-03T06:27:17.192" v="3657" actId="478"/>
        <pc:sldMkLst>
          <pc:docMk/>
          <pc:sldMk cId="1987742604" sldId="257"/>
        </pc:sldMkLst>
        <pc:spChg chg="add del mod topLvl">
          <ac:chgData name="Sofia Negueruela Avellaneda" userId="1355ce59-2ee3-4584-b6f2-c7e4b99958aa" providerId="ADAL" clId="{75AA7C8B-0E1E-45F8-BB8D-1CDD06E81B9F}" dt="2026-06-03T06:27:17.192" v="3657" actId="478"/>
          <ac:spMkLst>
            <pc:docMk/>
            <pc:sldMk cId="1987742604" sldId="257"/>
            <ac:spMk id="3" creationId="{4F058122-0ED0-A06D-74CC-4FFD9AD1E58F}"/>
          </ac:spMkLst>
        </pc:spChg>
        <pc:grpChg chg="add del mod">
          <ac:chgData name="Sofia Negueruela Avellaneda" userId="1355ce59-2ee3-4584-b6f2-c7e4b99958aa" providerId="ADAL" clId="{75AA7C8B-0E1E-45F8-BB8D-1CDD06E81B9F}" dt="2026-06-03T06:27:17.192" v="3657" actId="478"/>
          <ac:grpSpMkLst>
            <pc:docMk/>
            <pc:sldMk cId="1987742604" sldId="257"/>
            <ac:grpSpMk id="4" creationId="{219076BD-3A9F-ED8E-0424-86E085840F64}"/>
          </ac:grpSpMkLst>
        </pc:grpChg>
        <pc:picChg chg="add del mod">
          <ac:chgData name="Sofia Negueruela Avellaneda" userId="1355ce59-2ee3-4584-b6f2-c7e4b99958aa" providerId="ADAL" clId="{75AA7C8B-0E1E-45F8-BB8D-1CDD06E81B9F}" dt="2026-06-03T06:27:16.077" v="3654" actId="931"/>
          <ac:picMkLst>
            <pc:docMk/>
            <pc:sldMk cId="1987742604" sldId="257"/>
            <ac:picMk id="6" creationId="{EFEF87B9-A0D6-3E9C-1C9F-85B34404D638}"/>
          </ac:picMkLst>
        </pc:picChg>
        <pc:picChg chg="mod topLvl">
          <ac:chgData name="Sofia Negueruela Avellaneda" userId="1355ce59-2ee3-4584-b6f2-c7e4b99958aa" providerId="ADAL" clId="{75AA7C8B-0E1E-45F8-BB8D-1CDD06E81B9F}" dt="2026-06-03T06:27:17.192" v="3657" actId="478"/>
          <ac:picMkLst>
            <pc:docMk/>
            <pc:sldMk cId="1987742604" sldId="257"/>
            <ac:picMk id="2050" creationId="{514F60A3-66FB-4739-A6CE-F105CC31FF95}"/>
          </ac:picMkLst>
        </pc:picChg>
      </pc:sldChg>
      <pc:sldChg chg="ord">
        <pc:chgData name="Sofia Negueruela Avellaneda" userId="1355ce59-2ee3-4584-b6f2-c7e4b99958aa" providerId="ADAL" clId="{75AA7C8B-0E1E-45F8-BB8D-1CDD06E81B9F}" dt="2026-06-03T06:12:56.204" v="3349"/>
        <pc:sldMkLst>
          <pc:docMk/>
          <pc:sldMk cId="1030600834" sldId="258"/>
        </pc:sldMkLst>
      </pc:sldChg>
      <pc:sldChg chg="addSp delSp modSp mod modShow">
        <pc:chgData name="Sofia Negueruela Avellaneda" userId="1355ce59-2ee3-4584-b6f2-c7e4b99958aa" providerId="ADAL" clId="{75AA7C8B-0E1E-45F8-BB8D-1CDD06E81B9F}" dt="2026-06-03T06:26:13.490" v="3644" actId="1076"/>
        <pc:sldMkLst>
          <pc:docMk/>
          <pc:sldMk cId="2168037090" sldId="261"/>
        </pc:sldMkLst>
        <pc:spChg chg="mod">
          <ac:chgData name="Sofia Negueruela Avellaneda" userId="1355ce59-2ee3-4584-b6f2-c7e4b99958aa" providerId="ADAL" clId="{75AA7C8B-0E1E-45F8-BB8D-1CDD06E81B9F}" dt="2026-06-03T06:26:06.676" v="3641" actId="26606"/>
          <ac:spMkLst>
            <pc:docMk/>
            <pc:sldMk cId="2168037090" sldId="261"/>
            <ac:spMk id="2" creationId="{FE66AD63-0932-AD98-022F-899963987123}"/>
          </ac:spMkLst>
        </pc:spChg>
        <pc:spChg chg="del">
          <ac:chgData name="Sofia Negueruela Avellaneda" userId="1355ce59-2ee3-4584-b6f2-c7e4b99958aa" providerId="ADAL" clId="{75AA7C8B-0E1E-45F8-BB8D-1CDD06E81B9F}" dt="2026-06-03T06:26:06.676" v="3641" actId="26606"/>
          <ac:spMkLst>
            <pc:docMk/>
            <pc:sldMk cId="2168037090" sldId="261"/>
            <ac:spMk id="13" creationId="{257363FD-7E77-4145-9483-331A807ADF0E}"/>
          </ac:spMkLst>
        </pc:spChg>
        <pc:spChg chg="add">
          <ac:chgData name="Sofia Negueruela Avellaneda" userId="1355ce59-2ee3-4584-b6f2-c7e4b99958aa" providerId="ADAL" clId="{75AA7C8B-0E1E-45F8-BB8D-1CDD06E81B9F}" dt="2026-06-03T06:26:06.676" v="3641" actId="26606"/>
          <ac:spMkLst>
            <pc:docMk/>
            <pc:sldMk cId="2168037090" sldId="261"/>
            <ac:spMk id="18" creationId="{BACC6370-2D7E-4714-9D71-7542949D7D5D}"/>
          </ac:spMkLst>
        </pc:spChg>
        <pc:spChg chg="add">
          <ac:chgData name="Sofia Negueruela Avellaneda" userId="1355ce59-2ee3-4584-b6f2-c7e4b99958aa" providerId="ADAL" clId="{75AA7C8B-0E1E-45F8-BB8D-1CDD06E81B9F}" dt="2026-06-03T06:26:06.676" v="3641" actId="26606"/>
          <ac:spMkLst>
            <pc:docMk/>
            <pc:sldMk cId="2168037090" sldId="261"/>
            <ac:spMk id="20" creationId="{F68B3F68-107C-434F-AA38-110D5EA91B85}"/>
          </ac:spMkLst>
        </pc:spChg>
        <pc:spChg chg="add">
          <ac:chgData name="Sofia Negueruela Avellaneda" userId="1355ce59-2ee3-4584-b6f2-c7e4b99958aa" providerId="ADAL" clId="{75AA7C8B-0E1E-45F8-BB8D-1CDD06E81B9F}" dt="2026-06-03T06:26:06.676" v="3641" actId="26606"/>
          <ac:spMkLst>
            <pc:docMk/>
            <pc:sldMk cId="2168037090" sldId="261"/>
            <ac:spMk id="22" creationId="{AAD0DBB9-1A4B-4391-81D4-CB19F9AB918A}"/>
          </ac:spMkLst>
        </pc:spChg>
        <pc:spChg chg="add">
          <ac:chgData name="Sofia Negueruela Avellaneda" userId="1355ce59-2ee3-4584-b6f2-c7e4b99958aa" providerId="ADAL" clId="{75AA7C8B-0E1E-45F8-BB8D-1CDD06E81B9F}" dt="2026-06-03T06:26:06.676" v="3641" actId="26606"/>
          <ac:spMkLst>
            <pc:docMk/>
            <pc:sldMk cId="2168037090" sldId="261"/>
            <ac:spMk id="24" creationId="{063BBA22-50EA-4C4D-BE05-F1CE4E63AA56}"/>
          </ac:spMkLst>
        </pc:spChg>
        <pc:graphicFrameChg chg="add mod">
          <ac:chgData name="Sofia Negueruela Avellaneda" userId="1355ce59-2ee3-4584-b6f2-c7e4b99958aa" providerId="ADAL" clId="{75AA7C8B-0E1E-45F8-BB8D-1CDD06E81B9F}" dt="2026-06-03T06:26:13.490" v="3644" actId="1076"/>
          <ac:graphicFrameMkLst>
            <pc:docMk/>
            <pc:sldMk cId="2168037090" sldId="261"/>
            <ac:graphicFrameMk id="3" creationId="{5BE844CF-2D5E-A1A4-0D6C-32334BF62D68}"/>
          </ac:graphicFrameMkLst>
        </pc:graphicFrameChg>
        <pc:graphicFrameChg chg="del mod modGraphic">
          <ac:chgData name="Sofia Negueruela Avellaneda" userId="1355ce59-2ee3-4584-b6f2-c7e4b99958aa" providerId="ADAL" clId="{75AA7C8B-0E1E-45F8-BB8D-1CDD06E81B9F}" dt="2026-06-03T06:26:08.915" v="3642" actId="478"/>
          <ac:graphicFrameMkLst>
            <pc:docMk/>
            <pc:sldMk cId="2168037090" sldId="261"/>
            <ac:graphicFrameMk id="8" creationId="{66D59420-5E69-5A4D-F5AA-9E440A37E196}"/>
          </ac:graphicFrameMkLst>
        </pc:graphicFrameChg>
      </pc:sldChg>
      <pc:sldChg chg="mod modShow">
        <pc:chgData name="Sofia Negueruela Avellaneda" userId="1355ce59-2ee3-4584-b6f2-c7e4b99958aa" providerId="ADAL" clId="{75AA7C8B-0E1E-45F8-BB8D-1CDD06E81B9F}" dt="2026-06-03T06:24:44.824" v="3574" actId="729"/>
        <pc:sldMkLst>
          <pc:docMk/>
          <pc:sldMk cId="1702550509" sldId="267"/>
        </pc:sldMkLst>
      </pc:sldChg>
      <pc:sldChg chg="addSp delSp modSp mod">
        <pc:chgData name="Sofia Negueruela Avellaneda" userId="1355ce59-2ee3-4584-b6f2-c7e4b99958aa" providerId="ADAL" clId="{75AA7C8B-0E1E-45F8-BB8D-1CDD06E81B9F}" dt="2026-06-03T07:39:30.043" v="3841" actId="1076"/>
        <pc:sldMkLst>
          <pc:docMk/>
          <pc:sldMk cId="3983776421" sldId="268"/>
        </pc:sldMkLst>
        <pc:spChg chg="mod">
          <ac:chgData name="Sofia Negueruela Avellaneda" userId="1355ce59-2ee3-4584-b6f2-c7e4b99958aa" providerId="ADAL" clId="{75AA7C8B-0E1E-45F8-BB8D-1CDD06E81B9F}" dt="2026-06-03T07:07:20.908" v="3812" actId="20577"/>
          <ac:spMkLst>
            <pc:docMk/>
            <pc:sldMk cId="3983776421" sldId="268"/>
            <ac:spMk id="2" creationId="{86AFC2DC-0D2D-C2C1-8878-8DE5BF3A79E6}"/>
          </ac:spMkLst>
        </pc:spChg>
        <pc:picChg chg="add del mod">
          <ac:chgData name="Sofia Negueruela Avellaneda" userId="1355ce59-2ee3-4584-b6f2-c7e4b99958aa" providerId="ADAL" clId="{75AA7C8B-0E1E-45F8-BB8D-1CDD06E81B9F}" dt="2026-06-03T07:09:51.163" v="3818" actId="478"/>
          <ac:picMkLst>
            <pc:docMk/>
            <pc:sldMk cId="3983776421" sldId="268"/>
            <ac:picMk id="4" creationId="{D39C7683-3B13-7FC6-8232-84109AF29203}"/>
          </ac:picMkLst>
        </pc:picChg>
        <pc:picChg chg="mod">
          <ac:chgData name="Sofia Negueruela Avellaneda" userId="1355ce59-2ee3-4584-b6f2-c7e4b99958aa" providerId="ADAL" clId="{75AA7C8B-0E1E-45F8-BB8D-1CDD06E81B9F}" dt="2026-06-03T07:39:30.043" v="3841" actId="1076"/>
          <ac:picMkLst>
            <pc:docMk/>
            <pc:sldMk cId="3983776421" sldId="268"/>
            <ac:picMk id="29" creationId="{C8264D17-28FE-4FD1-D7D1-D81B0C8A51CC}"/>
          </ac:picMkLst>
        </pc:picChg>
      </pc:sldChg>
      <pc:sldChg chg="addSp delSp modSp del mod ord">
        <pc:chgData name="Sofia Negueruela Avellaneda" userId="1355ce59-2ee3-4584-b6f2-c7e4b99958aa" providerId="ADAL" clId="{75AA7C8B-0E1E-45F8-BB8D-1CDD06E81B9F}" dt="2026-06-03T07:05:19.083" v="3767" actId="47"/>
        <pc:sldMkLst>
          <pc:docMk/>
          <pc:sldMk cId="83607501" sldId="269"/>
        </pc:sldMkLst>
        <pc:spChg chg="mod">
          <ac:chgData name="Sofia Negueruela Avellaneda" userId="1355ce59-2ee3-4584-b6f2-c7e4b99958aa" providerId="ADAL" clId="{75AA7C8B-0E1E-45F8-BB8D-1CDD06E81B9F}" dt="2026-06-03T06:35:54.576" v="3736" actId="20577"/>
          <ac:spMkLst>
            <pc:docMk/>
            <pc:sldMk cId="83607501" sldId="269"/>
            <ac:spMk id="2" creationId="{B6186D02-DE0F-D14A-8E87-6A3FEFCA0F91}"/>
          </ac:spMkLst>
        </pc:spChg>
        <pc:spChg chg="add del mod">
          <ac:chgData name="Sofia Negueruela Avellaneda" userId="1355ce59-2ee3-4584-b6f2-c7e4b99958aa" providerId="ADAL" clId="{75AA7C8B-0E1E-45F8-BB8D-1CDD06E81B9F}" dt="2026-06-03T06:57:27.931" v="3750"/>
          <ac:spMkLst>
            <pc:docMk/>
            <pc:sldMk cId="83607501" sldId="269"/>
            <ac:spMk id="4" creationId="{C48E8084-AD9A-42B8-D180-F2CE7EDF7B46}"/>
          </ac:spMkLst>
        </pc:spChg>
        <pc:spChg chg="del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8" creationId="{1B15ED52-F352-441B-82BF-E0EA34836D08}"/>
          </ac:spMkLst>
        </pc:spChg>
        <pc:spChg chg="del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10" creationId="{3B2E3793-BFE6-45A2-9B7B-E18844431C99}"/>
          </ac:spMkLst>
        </pc:spChg>
        <pc:spChg chg="del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12" creationId="{BC4C4868-CB8F-4AF9-9CDB-8108F2C19B67}"/>
          </ac:spMkLst>
        </pc:spChg>
        <pc:spChg chg="del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14" creationId="{375E0459-6403-40CD-989D-56A4407CA12E}"/>
          </ac:spMkLst>
        </pc:spChg>
        <pc:spChg chg="del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16" creationId="{53E5B1A8-3AC9-4BD1-9BBC-78CA94F2D1BA}"/>
          </ac:spMkLst>
        </pc:spChg>
        <pc:spChg chg="add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21" creationId="{A8384FB5-9ADC-4DDC-881B-597D56F5B15D}"/>
          </ac:spMkLst>
        </pc:spChg>
        <pc:spChg chg="add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23" creationId="{91E5A9A7-95C6-4F4F-B00E-C82E07FE62EF}"/>
          </ac:spMkLst>
        </pc:spChg>
        <pc:spChg chg="add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25" creationId="{D07DD2DE-F619-49DD-B5E7-03A290FF4ED1}"/>
          </ac:spMkLst>
        </pc:spChg>
        <pc:spChg chg="add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27" creationId="{85149191-5F60-4A28-AAFF-039F96B0F3EC}"/>
          </ac:spMkLst>
        </pc:spChg>
        <pc:spChg chg="add">
          <ac:chgData name="Sofia Negueruela Avellaneda" userId="1355ce59-2ee3-4584-b6f2-c7e4b99958aa" providerId="ADAL" clId="{75AA7C8B-0E1E-45F8-BB8D-1CDD06E81B9F}" dt="2026-06-03T06:57:34.715" v="3751" actId="26606"/>
          <ac:spMkLst>
            <pc:docMk/>
            <pc:sldMk cId="83607501" sldId="269"/>
            <ac:spMk id="29" creationId="{F8260ED5-17F7-4158-B241-D51DD4CF1B7E}"/>
          </ac:spMkLst>
        </pc:spChg>
        <pc:picChg chg="add mod ord modCrop">
          <ac:chgData name="Sofia Negueruela Avellaneda" userId="1355ce59-2ee3-4584-b6f2-c7e4b99958aa" providerId="ADAL" clId="{75AA7C8B-0E1E-45F8-BB8D-1CDD06E81B9F}" dt="2026-06-03T06:57:52.849" v="3756" actId="1076"/>
          <ac:picMkLst>
            <pc:docMk/>
            <pc:sldMk cId="83607501" sldId="269"/>
            <ac:picMk id="6" creationId="{8CCA66AD-FDEF-1459-9F62-3B174886734E}"/>
          </ac:picMkLst>
        </pc:picChg>
        <pc:picChg chg="del">
          <ac:chgData name="Sofia Negueruela Avellaneda" userId="1355ce59-2ee3-4584-b6f2-c7e4b99958aa" providerId="ADAL" clId="{75AA7C8B-0E1E-45F8-BB8D-1CDD06E81B9F}" dt="2026-06-03T06:56:17.030" v="3737" actId="478"/>
          <ac:picMkLst>
            <pc:docMk/>
            <pc:sldMk cId="83607501" sldId="269"/>
            <ac:picMk id="7" creationId="{5BC3B586-C85E-67C7-896D-C31BBB8C1128}"/>
          </ac:picMkLst>
        </pc:picChg>
      </pc:sldChg>
      <pc:sldChg chg="addSp delSp modSp mod addAnim modAnim">
        <pc:chgData name="Sofia Negueruela Avellaneda" userId="1355ce59-2ee3-4584-b6f2-c7e4b99958aa" providerId="ADAL" clId="{75AA7C8B-0E1E-45F8-BB8D-1CDD06E81B9F}" dt="2026-06-03T07:10:51.455" v="3834"/>
        <pc:sldMkLst>
          <pc:docMk/>
          <pc:sldMk cId="540189340" sldId="270"/>
        </pc:sldMkLst>
        <pc:spChg chg="mod ord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2" creationId="{E98E98ED-E692-EEC6-40A0-9AD9A3FC76C0}"/>
          </ac:spMkLst>
        </pc:spChg>
        <pc:spChg chg="del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10" creationId="{A8384FB5-9ADC-4DDC-881B-597D56F5B15D}"/>
          </ac:spMkLst>
        </pc:spChg>
        <pc:spChg chg="del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12" creationId="{1199E1B1-A8C0-4FE8-A5A8-1CB41D69F857}"/>
          </ac:spMkLst>
        </pc:spChg>
        <pc:spChg chg="del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14" creationId="{84A8DE83-DE75-4B41-9DB4-A7EC0B0DEC0B}"/>
          </ac:spMkLst>
        </pc:spChg>
        <pc:spChg chg="del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16" creationId="{A7009A0A-BEF5-4EAC-AF15-E4F9F002E239}"/>
          </ac:spMkLst>
        </pc:spChg>
        <pc:spChg chg="add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21" creationId="{9203DE33-2CD4-4CA8-9AF3-37C3B65133B0}"/>
          </ac:spMkLst>
        </pc:spChg>
        <pc:spChg chg="add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23" creationId="{0AF57B88-1D4C-41FA-A761-EC1DD10C35CB}"/>
          </ac:spMkLst>
        </pc:spChg>
        <pc:spChg chg="add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25" creationId="{D2548F45-5164-4ABB-8212-7F293FDED8D4}"/>
          </ac:spMkLst>
        </pc:spChg>
        <pc:spChg chg="add">
          <ac:chgData name="Sofia Negueruela Avellaneda" userId="1355ce59-2ee3-4584-b6f2-c7e4b99958aa" providerId="ADAL" clId="{75AA7C8B-0E1E-45F8-BB8D-1CDD06E81B9F}" dt="2026-06-03T07:10:20.772" v="3821" actId="26606"/>
          <ac:spMkLst>
            <pc:docMk/>
            <pc:sldMk cId="540189340" sldId="270"/>
            <ac:spMk id="27" creationId="{5E81CCFB-7BEF-4186-86FB-D09450B4D02D}"/>
          </ac:spMkLst>
        </pc:spChg>
        <pc:picChg chg="add mod">
          <ac:chgData name="Sofia Negueruela Avellaneda" userId="1355ce59-2ee3-4584-b6f2-c7e4b99958aa" providerId="ADAL" clId="{75AA7C8B-0E1E-45F8-BB8D-1CDD06E81B9F}" dt="2026-06-03T07:10:41.874" v="3833" actId="1037"/>
          <ac:picMkLst>
            <pc:docMk/>
            <pc:sldMk cId="540189340" sldId="270"/>
            <ac:picMk id="4" creationId="{BE9C4ACD-6381-A326-064B-0E669F3E2285}"/>
          </ac:picMkLst>
        </pc:picChg>
        <pc:picChg chg="del">
          <ac:chgData name="Sofia Negueruela Avellaneda" userId="1355ce59-2ee3-4584-b6f2-c7e4b99958aa" providerId="ADAL" clId="{75AA7C8B-0E1E-45F8-BB8D-1CDD06E81B9F}" dt="2026-06-03T06:21:31.615" v="3525" actId="478"/>
          <ac:picMkLst>
            <pc:docMk/>
            <pc:sldMk cId="540189340" sldId="270"/>
            <ac:picMk id="5" creationId="{9E72EF24-E29B-BADE-B64A-A40A18321777}"/>
          </ac:picMkLst>
        </pc:picChg>
      </pc:sldChg>
      <pc:sldChg chg="del">
        <pc:chgData name="Sofia Negueruela Avellaneda" userId="1355ce59-2ee3-4584-b6f2-c7e4b99958aa" providerId="ADAL" clId="{75AA7C8B-0E1E-45F8-BB8D-1CDD06E81B9F}" dt="2026-06-03T06:24:36.032" v="3573" actId="47"/>
        <pc:sldMkLst>
          <pc:docMk/>
          <pc:sldMk cId="3353326479" sldId="271"/>
        </pc:sldMkLst>
      </pc:sldChg>
      <pc:sldChg chg="addSp delSp modSp new add del mod setBg">
        <pc:chgData name="Sofia Negueruela Avellaneda" userId="1355ce59-2ee3-4584-b6f2-c7e4b99958aa" providerId="ADAL" clId="{75AA7C8B-0E1E-45F8-BB8D-1CDD06E81B9F}" dt="2026-06-03T06:18:15.044" v="3468" actId="2696"/>
        <pc:sldMkLst>
          <pc:docMk/>
          <pc:sldMk cId="3955429812" sldId="272"/>
        </pc:sldMkLst>
        <pc:spChg chg="mod">
          <ac:chgData name="Sofia Negueruela Avellaneda" userId="1355ce59-2ee3-4584-b6f2-c7e4b99958aa" providerId="ADAL" clId="{75AA7C8B-0E1E-45F8-BB8D-1CDD06E81B9F}" dt="2026-06-03T06:15:27.022" v="3417" actId="26606"/>
          <ac:spMkLst>
            <pc:docMk/>
            <pc:sldMk cId="3955429812" sldId="272"/>
            <ac:spMk id="2" creationId="{19391B0C-1D52-DDC7-8060-93A2FE8211C8}"/>
          </ac:spMkLst>
        </pc:spChg>
        <pc:spChg chg="add del mod">
          <ac:chgData name="Sofia Negueruela Avellaneda" userId="1355ce59-2ee3-4584-b6f2-c7e4b99958aa" providerId="ADAL" clId="{75AA7C8B-0E1E-45F8-BB8D-1CDD06E81B9F}" dt="2026-06-03T06:12:19.771" v="3339"/>
          <ac:spMkLst>
            <pc:docMk/>
            <pc:sldMk cId="3955429812" sldId="272"/>
            <ac:spMk id="3" creationId="{874EADAC-65EC-0EC2-6662-4031871D7DD8}"/>
          </ac:spMkLst>
        </pc:spChg>
        <pc:spChg chg="add del">
          <ac:chgData name="Sofia Negueruela Avellaneda" userId="1355ce59-2ee3-4584-b6f2-c7e4b99958aa" providerId="ADAL" clId="{75AA7C8B-0E1E-45F8-BB8D-1CDD06E81B9F}" dt="2026-06-03T06:15:26.981" v="3416" actId="26606"/>
          <ac:spMkLst>
            <pc:docMk/>
            <pc:sldMk cId="3955429812" sldId="272"/>
            <ac:spMk id="13" creationId="{53B021B3-DE93-4AB7-8A18-CF5F1CED88B8}"/>
          </ac:spMkLst>
        </pc:spChg>
        <pc:spChg chg="add del">
          <ac:chgData name="Sofia Negueruela Avellaneda" userId="1355ce59-2ee3-4584-b6f2-c7e4b99958aa" providerId="ADAL" clId="{75AA7C8B-0E1E-45F8-BB8D-1CDD06E81B9F}" dt="2026-06-03T06:15:26.981" v="3416" actId="26606"/>
          <ac:spMkLst>
            <pc:docMk/>
            <pc:sldMk cId="3955429812" sldId="272"/>
            <ac:spMk id="15" creationId="{52D502E5-F6B4-4D58-B4AE-FC466FF15EE8}"/>
          </ac:spMkLst>
        </pc:spChg>
        <pc:spChg chg="add del">
          <ac:chgData name="Sofia Negueruela Avellaneda" userId="1355ce59-2ee3-4584-b6f2-c7e4b99958aa" providerId="ADAL" clId="{75AA7C8B-0E1E-45F8-BB8D-1CDD06E81B9F}" dt="2026-06-03T06:15:26.981" v="3416" actId="26606"/>
          <ac:spMkLst>
            <pc:docMk/>
            <pc:sldMk cId="3955429812" sldId="272"/>
            <ac:spMk id="17" creationId="{9DECDBF4-02B6-4BB4-B65B-B8107AD6A9E8}"/>
          </ac:spMkLst>
        </pc:spChg>
        <pc:spChg chg="add">
          <ac:chgData name="Sofia Negueruela Avellaneda" userId="1355ce59-2ee3-4584-b6f2-c7e4b99958aa" providerId="ADAL" clId="{75AA7C8B-0E1E-45F8-BB8D-1CDD06E81B9F}" dt="2026-06-03T06:15:27.022" v="3417" actId="26606"/>
          <ac:spMkLst>
            <pc:docMk/>
            <pc:sldMk cId="3955429812" sldId="272"/>
            <ac:spMk id="19" creationId="{063BBA22-50EA-4C4D-BE05-F1CE4E63AA56}"/>
          </ac:spMkLst>
        </pc:spChg>
        <pc:spChg chg="add">
          <ac:chgData name="Sofia Negueruela Avellaneda" userId="1355ce59-2ee3-4584-b6f2-c7e4b99958aa" providerId="ADAL" clId="{75AA7C8B-0E1E-45F8-BB8D-1CDD06E81B9F}" dt="2026-06-03T06:15:27.022" v="3417" actId="26606"/>
          <ac:spMkLst>
            <pc:docMk/>
            <pc:sldMk cId="3955429812" sldId="272"/>
            <ac:spMk id="20" creationId="{BACC6370-2D7E-4714-9D71-7542949D7D5D}"/>
          </ac:spMkLst>
        </pc:spChg>
        <pc:spChg chg="add">
          <ac:chgData name="Sofia Negueruela Avellaneda" userId="1355ce59-2ee3-4584-b6f2-c7e4b99958aa" providerId="ADAL" clId="{75AA7C8B-0E1E-45F8-BB8D-1CDD06E81B9F}" dt="2026-06-03T06:15:27.022" v="3417" actId="26606"/>
          <ac:spMkLst>
            <pc:docMk/>
            <pc:sldMk cId="3955429812" sldId="272"/>
            <ac:spMk id="21" creationId="{F68B3F68-107C-434F-AA38-110D5EA91B85}"/>
          </ac:spMkLst>
        </pc:spChg>
        <pc:spChg chg="add">
          <ac:chgData name="Sofia Negueruela Avellaneda" userId="1355ce59-2ee3-4584-b6f2-c7e4b99958aa" providerId="ADAL" clId="{75AA7C8B-0E1E-45F8-BB8D-1CDD06E81B9F}" dt="2026-06-03T06:15:27.022" v="3417" actId="26606"/>
          <ac:spMkLst>
            <pc:docMk/>
            <pc:sldMk cId="3955429812" sldId="272"/>
            <ac:spMk id="22" creationId="{AAD0DBB9-1A4B-4391-81D4-CB19F9AB918A}"/>
          </ac:spMkLst>
        </pc:spChg>
        <pc:graphicFrameChg chg="add mod modGraphic">
          <ac:chgData name="Sofia Negueruela Avellaneda" userId="1355ce59-2ee3-4584-b6f2-c7e4b99958aa" providerId="ADAL" clId="{75AA7C8B-0E1E-45F8-BB8D-1CDD06E81B9F}" dt="2026-06-03T06:17:20.797" v="3427" actId="207"/>
          <ac:graphicFrameMkLst>
            <pc:docMk/>
            <pc:sldMk cId="3955429812" sldId="272"/>
            <ac:graphicFrameMk id="8" creationId="{8BE64395-25DB-EE53-BAD3-716ADBE34A49}"/>
          </ac:graphicFrameMkLst>
        </pc:graphicFrameChg>
        <pc:picChg chg="add del mod modCrop">
          <ac:chgData name="Sofia Negueruela Avellaneda" userId="1355ce59-2ee3-4584-b6f2-c7e4b99958aa" providerId="ADAL" clId="{75AA7C8B-0E1E-45F8-BB8D-1CDD06E81B9F}" dt="2026-06-03T06:11:54.582" v="3331" actId="478"/>
          <ac:picMkLst>
            <pc:docMk/>
            <pc:sldMk cId="3955429812" sldId="272"/>
            <ac:picMk id="5" creationId="{4E4F3F38-7894-6FB6-0F70-F5A4DCFE9ACE}"/>
          </ac:picMkLst>
        </pc:picChg>
        <pc:picChg chg="add del mod ord modCrop">
          <ac:chgData name="Sofia Negueruela Avellaneda" userId="1355ce59-2ee3-4584-b6f2-c7e4b99958aa" providerId="ADAL" clId="{75AA7C8B-0E1E-45F8-BB8D-1CDD06E81B9F}" dt="2026-06-03T06:12:15.368" v="3337" actId="22"/>
          <ac:picMkLst>
            <pc:docMk/>
            <pc:sldMk cId="3955429812" sldId="272"/>
            <ac:picMk id="7" creationId="{1D8B00DC-2B69-FE85-730A-02EE55BD47D4}"/>
          </ac:picMkLst>
        </pc:picChg>
      </pc:sldChg>
      <pc:sldChg chg="addSp delSp modSp new del mod ord">
        <pc:chgData name="Sofia Negueruela Avellaneda" userId="1355ce59-2ee3-4584-b6f2-c7e4b99958aa" providerId="ADAL" clId="{75AA7C8B-0E1E-45F8-BB8D-1CDD06E81B9F}" dt="2026-06-03T06:21:20.775" v="3523" actId="47"/>
        <pc:sldMkLst>
          <pc:docMk/>
          <pc:sldMk cId="343536976" sldId="273"/>
        </pc:sldMkLst>
        <pc:spChg chg="mod">
          <ac:chgData name="Sofia Negueruela Avellaneda" userId="1355ce59-2ee3-4584-b6f2-c7e4b99958aa" providerId="ADAL" clId="{75AA7C8B-0E1E-45F8-BB8D-1CDD06E81B9F}" dt="2026-06-03T06:17:48.788" v="3465" actId="20577"/>
          <ac:spMkLst>
            <pc:docMk/>
            <pc:sldMk cId="343536976" sldId="273"/>
            <ac:spMk id="2" creationId="{C6797717-4642-3083-D2C2-96938310A6A0}"/>
          </ac:spMkLst>
        </pc:spChg>
        <pc:spChg chg="del mod">
          <ac:chgData name="Sofia Negueruela Avellaneda" userId="1355ce59-2ee3-4584-b6f2-c7e4b99958aa" providerId="ADAL" clId="{75AA7C8B-0E1E-45F8-BB8D-1CDD06E81B9F}" dt="2026-06-03T06:13:21.663" v="3351"/>
          <ac:spMkLst>
            <pc:docMk/>
            <pc:sldMk cId="343536976" sldId="273"/>
            <ac:spMk id="3" creationId="{2EFD2814-6B3C-D073-C701-9789373427F1}"/>
          </ac:spMkLst>
        </pc:spChg>
        <pc:spChg chg="add mod">
          <ac:chgData name="Sofia Negueruela Avellaneda" userId="1355ce59-2ee3-4584-b6f2-c7e4b99958aa" providerId="ADAL" clId="{75AA7C8B-0E1E-45F8-BB8D-1CDD06E81B9F}" dt="2026-06-03T06:13:52.527" v="3390" actId="1076"/>
          <ac:spMkLst>
            <pc:docMk/>
            <pc:sldMk cId="343536976" sldId="273"/>
            <ac:spMk id="6" creationId="{80BA80D1-A3AC-AB61-3A12-0AD8C206B471}"/>
          </ac:spMkLst>
        </pc:spChg>
        <pc:spChg chg="add del mod">
          <ac:chgData name="Sofia Negueruela Avellaneda" userId="1355ce59-2ee3-4584-b6f2-c7e4b99958aa" providerId="ADAL" clId="{75AA7C8B-0E1E-45F8-BB8D-1CDD06E81B9F}" dt="2026-06-03T06:14:35.612" v="3398" actId="478"/>
          <ac:spMkLst>
            <pc:docMk/>
            <pc:sldMk cId="343536976" sldId="273"/>
            <ac:spMk id="7" creationId="{CC26B01A-698A-8929-126C-3E2716C716FD}"/>
          </ac:spMkLst>
        </pc:spChg>
        <pc:spChg chg="add del mod">
          <ac:chgData name="Sofia Negueruela Avellaneda" userId="1355ce59-2ee3-4584-b6f2-c7e4b99958aa" providerId="ADAL" clId="{75AA7C8B-0E1E-45F8-BB8D-1CDD06E81B9F}" dt="2026-06-03T06:14:33.502" v="3397" actId="478"/>
          <ac:spMkLst>
            <pc:docMk/>
            <pc:sldMk cId="343536976" sldId="273"/>
            <ac:spMk id="8" creationId="{F9E07B64-B937-3B1B-74A3-C361A348CF99}"/>
          </ac:spMkLst>
        </pc:spChg>
        <pc:spChg chg="add mod">
          <ac:chgData name="Sofia Negueruela Avellaneda" userId="1355ce59-2ee3-4584-b6f2-c7e4b99958aa" providerId="ADAL" clId="{75AA7C8B-0E1E-45F8-BB8D-1CDD06E81B9F}" dt="2026-06-03T06:13:59.283" v="3391"/>
          <ac:spMkLst>
            <pc:docMk/>
            <pc:sldMk cId="343536976" sldId="273"/>
            <ac:spMk id="10" creationId="{2727C415-2AAD-07F6-4357-1F31C70A8AEB}"/>
          </ac:spMkLst>
        </pc:spChg>
        <pc:spChg chg="add del mod">
          <ac:chgData name="Sofia Negueruela Avellaneda" userId="1355ce59-2ee3-4584-b6f2-c7e4b99958aa" providerId="ADAL" clId="{75AA7C8B-0E1E-45F8-BB8D-1CDD06E81B9F}" dt="2026-06-03T06:14:38.599" v="3399" actId="478"/>
          <ac:spMkLst>
            <pc:docMk/>
            <pc:sldMk cId="343536976" sldId="273"/>
            <ac:spMk id="11" creationId="{7D70F78E-0820-70FC-6D3E-73D45CE872BC}"/>
          </ac:spMkLst>
        </pc:spChg>
        <pc:spChg chg="add del mod">
          <ac:chgData name="Sofia Negueruela Avellaneda" userId="1355ce59-2ee3-4584-b6f2-c7e4b99958aa" providerId="ADAL" clId="{75AA7C8B-0E1E-45F8-BB8D-1CDD06E81B9F}" dt="2026-06-03T06:14:14.940" v="3393" actId="478"/>
          <ac:spMkLst>
            <pc:docMk/>
            <pc:sldMk cId="343536976" sldId="273"/>
            <ac:spMk id="12" creationId="{E8BB6C92-7A43-7770-0638-6EB588EDC0EC}"/>
          </ac:spMkLst>
        </pc:spChg>
        <pc:spChg chg="add mod">
          <ac:chgData name="Sofia Negueruela Avellaneda" userId="1355ce59-2ee3-4584-b6f2-c7e4b99958aa" providerId="ADAL" clId="{75AA7C8B-0E1E-45F8-BB8D-1CDD06E81B9F}" dt="2026-06-03T06:17:57.852" v="3466" actId="21"/>
          <ac:spMkLst>
            <pc:docMk/>
            <pc:sldMk cId="343536976" sldId="273"/>
            <ac:spMk id="14" creationId="{62E1B5E0-895C-4C6D-5566-C394F8E5EB25}"/>
          </ac:spMkLst>
        </pc:spChg>
        <pc:graphicFrameChg chg="add del mod modGraphic">
          <ac:chgData name="Sofia Negueruela Avellaneda" userId="1355ce59-2ee3-4584-b6f2-c7e4b99958aa" providerId="ADAL" clId="{75AA7C8B-0E1E-45F8-BB8D-1CDD06E81B9F}" dt="2026-06-03T06:17:57.852" v="3466" actId="21"/>
          <ac:graphicFrameMkLst>
            <pc:docMk/>
            <pc:sldMk cId="343536976" sldId="273"/>
            <ac:graphicFrameMk id="4" creationId="{8323E370-3327-C127-0B54-CFA0B73682BB}"/>
          </ac:graphicFrameMkLst>
        </pc:graphicFrameChg>
        <pc:graphicFrameChg chg="add del mod">
          <ac:chgData name="Sofia Negueruela Avellaneda" userId="1355ce59-2ee3-4584-b6f2-c7e4b99958aa" providerId="ADAL" clId="{75AA7C8B-0E1E-45F8-BB8D-1CDD06E81B9F}" dt="2026-06-03T06:14:33.502" v="3397" actId="478"/>
          <ac:graphicFrameMkLst>
            <pc:docMk/>
            <pc:sldMk cId="343536976" sldId="273"/>
            <ac:graphicFrameMk id="5" creationId="{E5CDFC90-8DF0-F2CC-B497-3F0C601C0C62}"/>
          </ac:graphicFrameMkLst>
        </pc:graphicFrameChg>
        <pc:graphicFrameChg chg="add del mod modGraphic">
          <ac:chgData name="Sofia Negueruela Avellaneda" userId="1355ce59-2ee3-4584-b6f2-c7e4b99958aa" providerId="ADAL" clId="{75AA7C8B-0E1E-45F8-BB8D-1CDD06E81B9F}" dt="2026-06-03T06:15:06.890" v="3414" actId="478"/>
          <ac:graphicFrameMkLst>
            <pc:docMk/>
            <pc:sldMk cId="343536976" sldId="273"/>
            <ac:graphicFrameMk id="9" creationId="{FC83AB65-9B77-4BE3-EC85-80642B3164C9}"/>
          </ac:graphicFrameMkLst>
        </pc:graphicFrameChg>
      </pc:sldChg>
      <pc:sldChg chg="addSp delSp modSp add del mod">
        <pc:chgData name="Sofia Negueruela Avellaneda" userId="1355ce59-2ee3-4584-b6f2-c7e4b99958aa" providerId="ADAL" clId="{75AA7C8B-0E1E-45F8-BB8D-1CDD06E81B9F}" dt="2026-06-03T06:21:22.507" v="3524" actId="47"/>
        <pc:sldMkLst>
          <pc:docMk/>
          <pc:sldMk cId="131401270" sldId="274"/>
        </pc:sldMkLst>
        <pc:spChg chg="add mod">
          <ac:chgData name="Sofia Negueruela Avellaneda" userId="1355ce59-2ee3-4584-b6f2-c7e4b99958aa" providerId="ADAL" clId="{75AA7C8B-0E1E-45F8-BB8D-1CDD06E81B9F}" dt="2026-06-03T06:15:01.913" v="3413" actId="478"/>
          <ac:spMkLst>
            <pc:docMk/>
            <pc:sldMk cId="131401270" sldId="274"/>
            <ac:spMk id="5" creationId="{58E3144B-6210-98CC-1572-F41BF41C642D}"/>
          </ac:spMkLst>
        </pc:spChg>
        <pc:graphicFrameChg chg="del">
          <ac:chgData name="Sofia Negueruela Avellaneda" userId="1355ce59-2ee3-4584-b6f2-c7e4b99958aa" providerId="ADAL" clId="{75AA7C8B-0E1E-45F8-BB8D-1CDD06E81B9F}" dt="2026-06-03T06:15:01.913" v="3413" actId="478"/>
          <ac:graphicFrameMkLst>
            <pc:docMk/>
            <pc:sldMk cId="131401270" sldId="274"/>
            <ac:graphicFrameMk id="4" creationId="{C61E9BEC-19C6-60A2-9945-4F1C68799C12}"/>
          </ac:graphicFrameMkLst>
        </pc:graphicFrameChg>
        <pc:graphicFrameChg chg="del">
          <ac:chgData name="Sofia Negueruela Avellaneda" userId="1355ce59-2ee3-4584-b6f2-c7e4b99958aa" providerId="ADAL" clId="{75AA7C8B-0E1E-45F8-BB8D-1CDD06E81B9F}" dt="2026-06-03T06:19:05.441" v="3492" actId="21"/>
          <ac:graphicFrameMkLst>
            <pc:docMk/>
            <pc:sldMk cId="131401270" sldId="274"/>
            <ac:graphicFrameMk id="9" creationId="{FBF65EC6-22EC-8164-4CCD-BE5AF996E524}"/>
          </ac:graphicFrameMkLst>
        </pc:graphicFrameChg>
      </pc:sldChg>
      <pc:sldChg chg="addSp delSp add del setBg delDesignElem">
        <pc:chgData name="Sofia Negueruela Avellaneda" userId="1355ce59-2ee3-4584-b6f2-c7e4b99958aa" providerId="ADAL" clId="{75AA7C8B-0E1E-45F8-BB8D-1CDD06E81B9F}" dt="2026-06-03T06:17:34.161" v="3433"/>
        <pc:sldMkLst>
          <pc:docMk/>
          <pc:sldMk cId="593049321" sldId="275"/>
        </pc:sldMkLst>
        <pc:spChg chg="add del">
          <ac:chgData name="Sofia Negueruela Avellaneda" userId="1355ce59-2ee3-4584-b6f2-c7e4b99958aa" providerId="ADAL" clId="{75AA7C8B-0E1E-45F8-BB8D-1CDD06E81B9F}" dt="2026-06-03T06:17:34.161" v="3433"/>
          <ac:spMkLst>
            <pc:docMk/>
            <pc:sldMk cId="593049321" sldId="275"/>
            <ac:spMk id="19" creationId="{5EE9934A-A113-B0A5-A49A-31B930233CC2}"/>
          </ac:spMkLst>
        </pc:spChg>
        <pc:spChg chg="add del">
          <ac:chgData name="Sofia Negueruela Avellaneda" userId="1355ce59-2ee3-4584-b6f2-c7e4b99958aa" providerId="ADAL" clId="{75AA7C8B-0E1E-45F8-BB8D-1CDD06E81B9F}" dt="2026-06-03T06:17:34.161" v="3433"/>
          <ac:spMkLst>
            <pc:docMk/>
            <pc:sldMk cId="593049321" sldId="275"/>
            <ac:spMk id="20" creationId="{860F1B09-E013-A35E-FB3A-53B4FDD17739}"/>
          </ac:spMkLst>
        </pc:spChg>
        <pc:spChg chg="add del">
          <ac:chgData name="Sofia Negueruela Avellaneda" userId="1355ce59-2ee3-4584-b6f2-c7e4b99958aa" providerId="ADAL" clId="{75AA7C8B-0E1E-45F8-BB8D-1CDD06E81B9F}" dt="2026-06-03T06:17:34.161" v="3433"/>
          <ac:spMkLst>
            <pc:docMk/>
            <pc:sldMk cId="593049321" sldId="275"/>
            <ac:spMk id="21" creationId="{9BB54267-2EC2-D6FD-C412-DB500AEB4434}"/>
          </ac:spMkLst>
        </pc:spChg>
        <pc:spChg chg="add del">
          <ac:chgData name="Sofia Negueruela Avellaneda" userId="1355ce59-2ee3-4584-b6f2-c7e4b99958aa" providerId="ADAL" clId="{75AA7C8B-0E1E-45F8-BB8D-1CDD06E81B9F}" dt="2026-06-03T06:17:34.161" v="3433"/>
          <ac:spMkLst>
            <pc:docMk/>
            <pc:sldMk cId="593049321" sldId="275"/>
            <ac:spMk id="22" creationId="{4F3233E6-DCA2-DA45-9A1F-0FAA88E36191}"/>
          </ac:spMkLst>
        </pc:spChg>
      </pc:sldChg>
      <pc:sldChg chg="addSp delSp modSp add mod setBg delDesignElem">
        <pc:chgData name="Sofia Negueruela Avellaneda" userId="1355ce59-2ee3-4584-b6f2-c7e4b99958aa" providerId="ADAL" clId="{75AA7C8B-0E1E-45F8-BB8D-1CDD06E81B9F}" dt="2026-06-03T06:20:28.422" v="3522" actId="207"/>
        <pc:sldMkLst>
          <pc:docMk/>
          <pc:sldMk cId="2110252335" sldId="275"/>
        </pc:sldMkLst>
        <pc:spChg chg="mod">
          <ac:chgData name="Sofia Negueruela Avellaneda" userId="1355ce59-2ee3-4584-b6f2-c7e4b99958aa" providerId="ADAL" clId="{75AA7C8B-0E1E-45F8-BB8D-1CDD06E81B9F}" dt="2026-06-03T06:19:59.984" v="3517" actId="20577"/>
          <ac:spMkLst>
            <pc:docMk/>
            <pc:sldMk cId="2110252335" sldId="275"/>
            <ac:spMk id="2" creationId="{FAFAEE1B-3CD0-4E8B-C7D4-3C0C1228F869}"/>
          </ac:spMkLst>
        </pc:spChg>
        <pc:spChg chg="add del mod">
          <ac:chgData name="Sofia Negueruela Avellaneda" userId="1355ce59-2ee3-4584-b6f2-c7e4b99958aa" providerId="ADAL" clId="{75AA7C8B-0E1E-45F8-BB8D-1CDD06E81B9F}" dt="2026-06-03T06:18:32.024" v="3476" actId="22"/>
          <ac:spMkLst>
            <pc:docMk/>
            <pc:sldMk cId="2110252335" sldId="275"/>
            <ac:spMk id="4" creationId="{F3585484-F919-E51A-7945-67A660507948}"/>
          </ac:spMkLst>
        </pc:spChg>
        <pc:spChg chg="add del mod">
          <ac:chgData name="Sofia Negueruela Avellaneda" userId="1355ce59-2ee3-4584-b6f2-c7e4b99958aa" providerId="ADAL" clId="{75AA7C8B-0E1E-45F8-BB8D-1CDD06E81B9F}" dt="2026-06-03T06:20:09.217" v="3519"/>
          <ac:spMkLst>
            <pc:docMk/>
            <pc:sldMk cId="2110252335" sldId="275"/>
            <ac:spMk id="9" creationId="{BAE657C5-33C6-45B3-F80E-F2717EE9341D}"/>
          </ac:spMkLst>
        </pc:spChg>
        <pc:spChg chg="add del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10" creationId="{063BBA22-50EA-4C4D-BE05-F1CE4E63AA56}"/>
          </ac:spMkLst>
        </pc:spChg>
        <pc:spChg chg="add del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13" creationId="{BACC6370-2D7E-4714-9D71-7542949D7D5D}"/>
          </ac:spMkLst>
        </pc:spChg>
        <pc:spChg chg="add del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15" creationId="{F68B3F68-107C-434F-AA38-110D5EA91B85}"/>
          </ac:spMkLst>
        </pc:spChg>
        <pc:spChg chg="add del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17" creationId="{AAD0DBB9-1A4B-4391-81D4-CB19F9AB918A}"/>
          </ac:spMkLst>
        </pc:spChg>
        <pc:spChg chg="del">
          <ac:chgData name="Sofia Negueruela Avellaneda" userId="1355ce59-2ee3-4584-b6f2-c7e4b99958aa" providerId="ADAL" clId="{75AA7C8B-0E1E-45F8-BB8D-1CDD06E81B9F}" dt="2026-06-03T06:18:17.216" v="3470"/>
          <ac:spMkLst>
            <pc:docMk/>
            <pc:sldMk cId="2110252335" sldId="275"/>
            <ac:spMk id="19" creationId="{7B5BB1C1-7F4F-512A-C997-EBD5AD67B3DE}"/>
          </ac:spMkLst>
        </pc:spChg>
        <pc:spChg chg="del">
          <ac:chgData name="Sofia Negueruela Avellaneda" userId="1355ce59-2ee3-4584-b6f2-c7e4b99958aa" providerId="ADAL" clId="{75AA7C8B-0E1E-45F8-BB8D-1CDD06E81B9F}" dt="2026-06-03T06:18:17.216" v="3470"/>
          <ac:spMkLst>
            <pc:docMk/>
            <pc:sldMk cId="2110252335" sldId="275"/>
            <ac:spMk id="20" creationId="{F3118846-DD97-27F8-8ECE-F8C7CB75E509}"/>
          </ac:spMkLst>
        </pc:spChg>
        <pc:spChg chg="del">
          <ac:chgData name="Sofia Negueruela Avellaneda" userId="1355ce59-2ee3-4584-b6f2-c7e4b99958aa" providerId="ADAL" clId="{75AA7C8B-0E1E-45F8-BB8D-1CDD06E81B9F}" dt="2026-06-03T06:18:17.216" v="3470"/>
          <ac:spMkLst>
            <pc:docMk/>
            <pc:sldMk cId="2110252335" sldId="275"/>
            <ac:spMk id="21" creationId="{CFDA44B7-B733-A7D2-3ECA-7C0A2693DC3E}"/>
          </ac:spMkLst>
        </pc:spChg>
        <pc:spChg chg="del">
          <ac:chgData name="Sofia Negueruela Avellaneda" userId="1355ce59-2ee3-4584-b6f2-c7e4b99958aa" providerId="ADAL" clId="{75AA7C8B-0E1E-45F8-BB8D-1CDD06E81B9F}" dt="2026-06-03T06:18:17.216" v="3470"/>
          <ac:spMkLst>
            <pc:docMk/>
            <pc:sldMk cId="2110252335" sldId="275"/>
            <ac:spMk id="22" creationId="{A628A009-3025-F5AD-309A-07C010C83117}"/>
          </ac:spMkLst>
        </pc:spChg>
        <pc:spChg chg="add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23" creationId="{BACC6370-2D7E-4714-9D71-7542949D7D5D}"/>
          </ac:spMkLst>
        </pc:spChg>
        <pc:spChg chg="add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24" creationId="{F68B3F68-107C-434F-AA38-110D5EA91B85}"/>
          </ac:spMkLst>
        </pc:spChg>
        <pc:spChg chg="add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26" creationId="{AAD0DBB9-1A4B-4391-81D4-CB19F9AB918A}"/>
          </ac:spMkLst>
        </pc:spChg>
        <pc:spChg chg="add">
          <ac:chgData name="Sofia Negueruela Avellaneda" userId="1355ce59-2ee3-4584-b6f2-c7e4b99958aa" providerId="ADAL" clId="{75AA7C8B-0E1E-45F8-BB8D-1CDD06E81B9F}" dt="2026-06-03T06:20:15.617" v="3520" actId="26606"/>
          <ac:spMkLst>
            <pc:docMk/>
            <pc:sldMk cId="2110252335" sldId="275"/>
            <ac:spMk id="28" creationId="{063BBA22-50EA-4C4D-BE05-F1CE4E63AA56}"/>
          </ac:spMkLst>
        </pc:spChg>
        <pc:graphicFrameChg chg="del mod modGraphic">
          <ac:chgData name="Sofia Negueruela Avellaneda" userId="1355ce59-2ee3-4584-b6f2-c7e4b99958aa" providerId="ADAL" clId="{75AA7C8B-0E1E-45F8-BB8D-1CDD06E81B9F}" dt="2026-06-03T06:18:24.161" v="3472" actId="478"/>
          <ac:graphicFrameMkLst>
            <pc:docMk/>
            <pc:sldMk cId="2110252335" sldId="275"/>
            <ac:graphicFrameMk id="8" creationId="{E4AB2A7A-6A90-5B3F-E097-2EE2AC676C2A}"/>
          </ac:graphicFrameMkLst>
        </pc:graphicFrameChg>
        <pc:graphicFrameChg chg="add mod modGraphic">
          <ac:chgData name="Sofia Negueruela Avellaneda" userId="1355ce59-2ee3-4584-b6f2-c7e4b99958aa" providerId="ADAL" clId="{75AA7C8B-0E1E-45F8-BB8D-1CDD06E81B9F}" dt="2026-06-03T06:20:28.422" v="3522" actId="207"/>
          <ac:graphicFrameMkLst>
            <pc:docMk/>
            <pc:sldMk cId="2110252335" sldId="275"/>
            <ac:graphicFrameMk id="11" creationId="{F12A2A9A-B318-F4C7-100C-D9D8727287DD}"/>
          </ac:graphicFrameMkLst>
        </pc:graphicFrameChg>
        <pc:picChg chg="add del mod ord">
          <ac:chgData name="Sofia Negueruela Avellaneda" userId="1355ce59-2ee3-4584-b6f2-c7e4b99958aa" providerId="ADAL" clId="{75AA7C8B-0E1E-45F8-BB8D-1CDD06E81B9F}" dt="2026-06-03T06:19:53.801" v="3503" actId="478"/>
          <ac:picMkLst>
            <pc:docMk/>
            <pc:sldMk cId="2110252335" sldId="275"/>
            <ac:picMk id="6" creationId="{F06C01C0-3484-0602-6BE4-523EC1C4F9CC}"/>
          </ac:picMkLst>
        </pc:picChg>
      </pc:sldChg>
      <pc:sldChg chg="addSp delSp modSp add mod setBg delDesignElem">
        <pc:chgData name="Sofia Negueruela Avellaneda" userId="1355ce59-2ee3-4584-b6f2-c7e4b99958aa" providerId="ADAL" clId="{75AA7C8B-0E1E-45F8-BB8D-1CDD06E81B9F}" dt="2026-06-03T06:19:49.353" v="3502" actId="207"/>
        <pc:sldMkLst>
          <pc:docMk/>
          <pc:sldMk cId="670552308" sldId="276"/>
        </pc:sldMkLst>
        <pc:spChg chg="mod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2" creationId="{2ADFD6C8-8C78-5964-24B2-116DDBEBF24C}"/>
          </ac:spMkLst>
        </pc:spChg>
        <pc:spChg chg="add del mod">
          <ac:chgData name="Sofia Negueruela Avellaneda" userId="1355ce59-2ee3-4584-b6f2-c7e4b99958aa" providerId="ADAL" clId="{75AA7C8B-0E1E-45F8-BB8D-1CDD06E81B9F}" dt="2026-06-03T06:19:16.688" v="3495"/>
          <ac:spMkLst>
            <pc:docMk/>
            <pc:sldMk cId="670552308" sldId="276"/>
            <ac:spMk id="4" creationId="{164E7DBE-6F01-23AB-1965-2E486EEC32BD}"/>
          </ac:spMkLst>
        </pc:spChg>
        <pc:spChg chg="add del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7" creationId="{BC4C4868-CB8F-4AF9-9CDB-8108F2C19B67}"/>
          </ac:spMkLst>
        </pc:spChg>
        <pc:spChg chg="add del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8" creationId="{375E0459-6403-40CD-989D-56A4407CA12E}"/>
          </ac:spMkLst>
        </pc:spChg>
        <pc:spChg chg="add del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9" creationId="{1B15ED52-F352-441B-82BF-E0EA34836D08}"/>
          </ac:spMkLst>
        </pc:spChg>
        <pc:spChg chg="del">
          <ac:chgData name="Sofia Negueruela Avellaneda" userId="1355ce59-2ee3-4584-b6f2-c7e4b99958aa" providerId="ADAL" clId="{75AA7C8B-0E1E-45F8-BB8D-1CDD06E81B9F}" dt="2026-06-03T06:18:45.420" v="3478"/>
          <ac:spMkLst>
            <pc:docMk/>
            <pc:sldMk cId="670552308" sldId="276"/>
            <ac:spMk id="10" creationId="{CADC2399-55F7-BE3A-B082-F6CA14FF98DE}"/>
          </ac:spMkLst>
        </pc:spChg>
        <pc:spChg chg="add del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11" creationId="{3B2E3793-BFE6-45A2-9B7B-E18844431C99}"/>
          </ac:spMkLst>
        </pc:spChg>
        <pc:spChg chg="add del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12" creationId="{53E5B1A8-3AC9-4BD1-9BBC-78CA94F2D1BA}"/>
          </ac:spMkLst>
        </pc:spChg>
        <pc:spChg chg="del">
          <ac:chgData name="Sofia Negueruela Avellaneda" userId="1355ce59-2ee3-4584-b6f2-c7e4b99958aa" providerId="ADAL" clId="{75AA7C8B-0E1E-45F8-BB8D-1CDD06E81B9F}" dt="2026-06-03T06:18:45.420" v="3478"/>
          <ac:spMkLst>
            <pc:docMk/>
            <pc:sldMk cId="670552308" sldId="276"/>
            <ac:spMk id="13" creationId="{A85B8534-5D2E-38F7-CD23-72BAF24ED3A2}"/>
          </ac:spMkLst>
        </pc:spChg>
        <pc:spChg chg="del">
          <ac:chgData name="Sofia Negueruela Avellaneda" userId="1355ce59-2ee3-4584-b6f2-c7e4b99958aa" providerId="ADAL" clId="{75AA7C8B-0E1E-45F8-BB8D-1CDD06E81B9F}" dt="2026-06-03T06:18:45.420" v="3478"/>
          <ac:spMkLst>
            <pc:docMk/>
            <pc:sldMk cId="670552308" sldId="276"/>
            <ac:spMk id="15" creationId="{43B18C94-93A3-E136-3A4C-91953A7D2C9C}"/>
          </ac:spMkLst>
        </pc:spChg>
        <pc:spChg chg="del">
          <ac:chgData name="Sofia Negueruela Avellaneda" userId="1355ce59-2ee3-4584-b6f2-c7e4b99958aa" providerId="ADAL" clId="{75AA7C8B-0E1E-45F8-BB8D-1CDD06E81B9F}" dt="2026-06-03T06:18:45.420" v="3478"/>
          <ac:spMkLst>
            <pc:docMk/>
            <pc:sldMk cId="670552308" sldId="276"/>
            <ac:spMk id="17" creationId="{FB0B332C-5DC6-5D7E-13A2-D4B9C8100F36}"/>
          </ac:spMkLst>
        </pc:spChg>
        <pc:spChg chg="add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19" creationId="{BACC6370-2D7E-4714-9D71-7542949D7D5D}"/>
          </ac:spMkLst>
        </pc:spChg>
        <pc:spChg chg="add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21" creationId="{F68B3F68-107C-434F-AA38-110D5EA91B85}"/>
          </ac:spMkLst>
        </pc:spChg>
        <pc:spChg chg="add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23" creationId="{AAD0DBB9-1A4B-4391-81D4-CB19F9AB918A}"/>
          </ac:spMkLst>
        </pc:spChg>
        <pc:spChg chg="add">
          <ac:chgData name="Sofia Negueruela Avellaneda" userId="1355ce59-2ee3-4584-b6f2-c7e4b99958aa" providerId="ADAL" clId="{75AA7C8B-0E1E-45F8-BB8D-1CDD06E81B9F}" dt="2026-06-03T06:19:21.589" v="3496" actId="26606"/>
          <ac:spMkLst>
            <pc:docMk/>
            <pc:sldMk cId="670552308" sldId="276"/>
            <ac:spMk id="25" creationId="{063BBA22-50EA-4C4D-BE05-F1CE4E63AA56}"/>
          </ac:spMkLst>
        </pc:spChg>
        <pc:graphicFrameChg chg="add mod">
          <ac:chgData name="Sofia Negueruela Avellaneda" userId="1355ce59-2ee3-4584-b6f2-c7e4b99958aa" providerId="ADAL" clId="{75AA7C8B-0E1E-45F8-BB8D-1CDD06E81B9F}" dt="2026-06-03T06:19:09.470" v="3493"/>
          <ac:graphicFrameMkLst>
            <pc:docMk/>
            <pc:sldMk cId="670552308" sldId="276"/>
            <ac:graphicFrameMk id="5" creationId="{FBF65EC6-22EC-8164-4CCD-BE5AF996E524}"/>
          </ac:graphicFrameMkLst>
        </pc:graphicFrameChg>
        <pc:graphicFrameChg chg="add mod modGraphic">
          <ac:chgData name="Sofia Negueruela Avellaneda" userId="1355ce59-2ee3-4584-b6f2-c7e4b99958aa" providerId="ADAL" clId="{75AA7C8B-0E1E-45F8-BB8D-1CDD06E81B9F}" dt="2026-06-03T06:19:49.353" v="3502" actId="207"/>
          <ac:graphicFrameMkLst>
            <pc:docMk/>
            <pc:sldMk cId="670552308" sldId="276"/>
            <ac:graphicFrameMk id="14" creationId="{A83BE5BD-5A0F-6207-3BDC-66DB3F6492C6}"/>
          </ac:graphicFrameMkLst>
        </pc:graphicFrameChg>
        <pc:picChg chg="del">
          <ac:chgData name="Sofia Negueruela Avellaneda" userId="1355ce59-2ee3-4584-b6f2-c7e4b99958aa" providerId="ADAL" clId="{75AA7C8B-0E1E-45F8-BB8D-1CDD06E81B9F}" dt="2026-06-03T06:18:48.794" v="3479" actId="478"/>
          <ac:picMkLst>
            <pc:docMk/>
            <pc:sldMk cId="670552308" sldId="276"/>
            <ac:picMk id="6" creationId="{4289F79D-DFB3-B130-B553-72D412EC97B3}"/>
          </ac:picMkLst>
        </pc:picChg>
      </pc:sldChg>
      <pc:sldChg chg="addSp delSp add del setBg delDesignElem">
        <pc:chgData name="Sofia Negueruela Avellaneda" userId="1355ce59-2ee3-4584-b6f2-c7e4b99958aa" providerId="ADAL" clId="{75AA7C8B-0E1E-45F8-BB8D-1CDD06E81B9F}" dt="2026-06-03T06:17:33.946" v="3432"/>
        <pc:sldMkLst>
          <pc:docMk/>
          <pc:sldMk cId="1256811393" sldId="276"/>
        </pc:sldMkLst>
        <pc:spChg chg="add del">
          <ac:chgData name="Sofia Negueruela Avellaneda" userId="1355ce59-2ee3-4584-b6f2-c7e4b99958aa" providerId="ADAL" clId="{75AA7C8B-0E1E-45F8-BB8D-1CDD06E81B9F}" dt="2026-06-03T06:17:33.946" v="3432"/>
          <ac:spMkLst>
            <pc:docMk/>
            <pc:sldMk cId="1256811393" sldId="276"/>
            <ac:spMk id="19" creationId="{CFD5D1BF-BF78-EB3E-956F-65F188A64412}"/>
          </ac:spMkLst>
        </pc:spChg>
        <pc:spChg chg="add del">
          <ac:chgData name="Sofia Negueruela Avellaneda" userId="1355ce59-2ee3-4584-b6f2-c7e4b99958aa" providerId="ADAL" clId="{75AA7C8B-0E1E-45F8-BB8D-1CDD06E81B9F}" dt="2026-06-03T06:17:33.946" v="3432"/>
          <ac:spMkLst>
            <pc:docMk/>
            <pc:sldMk cId="1256811393" sldId="276"/>
            <ac:spMk id="20" creationId="{5E846462-5211-DB5F-DD0B-DC52C6DDA77D}"/>
          </ac:spMkLst>
        </pc:spChg>
        <pc:spChg chg="add del">
          <ac:chgData name="Sofia Negueruela Avellaneda" userId="1355ce59-2ee3-4584-b6f2-c7e4b99958aa" providerId="ADAL" clId="{75AA7C8B-0E1E-45F8-BB8D-1CDD06E81B9F}" dt="2026-06-03T06:17:33.946" v="3432"/>
          <ac:spMkLst>
            <pc:docMk/>
            <pc:sldMk cId="1256811393" sldId="276"/>
            <ac:spMk id="21" creationId="{4BB8BF50-44EB-0C73-49E7-D747B8557229}"/>
          </ac:spMkLst>
        </pc:spChg>
        <pc:spChg chg="add del">
          <ac:chgData name="Sofia Negueruela Avellaneda" userId="1355ce59-2ee3-4584-b6f2-c7e4b99958aa" providerId="ADAL" clId="{75AA7C8B-0E1E-45F8-BB8D-1CDD06E81B9F}" dt="2026-06-03T06:17:33.946" v="3432"/>
          <ac:spMkLst>
            <pc:docMk/>
            <pc:sldMk cId="1256811393" sldId="276"/>
            <ac:spMk id="22" creationId="{F5C6AB15-A4D1-21C0-3DA7-2B7E70B1A693}"/>
          </ac:spMkLst>
        </pc:spChg>
      </pc:sldChg>
      <pc:sldChg chg="addSp delSp add del setBg delDesignElem">
        <pc:chgData name="Sofia Negueruela Avellaneda" userId="1355ce59-2ee3-4584-b6f2-c7e4b99958aa" providerId="ADAL" clId="{75AA7C8B-0E1E-45F8-BB8D-1CDD06E81B9F}" dt="2026-06-03T06:18:26.452" v="3475"/>
        <pc:sldMkLst>
          <pc:docMk/>
          <pc:sldMk cId="3159597512" sldId="276"/>
        </pc:sldMkLst>
        <pc:spChg chg="add del">
          <ac:chgData name="Sofia Negueruela Avellaneda" userId="1355ce59-2ee3-4584-b6f2-c7e4b99958aa" providerId="ADAL" clId="{75AA7C8B-0E1E-45F8-BB8D-1CDD06E81B9F}" dt="2026-06-03T06:18:26.452" v="3475"/>
          <ac:spMkLst>
            <pc:docMk/>
            <pc:sldMk cId="3159597512" sldId="276"/>
            <ac:spMk id="19" creationId="{D89143A9-FA71-8B56-F150-B2C2EBFC191F}"/>
          </ac:spMkLst>
        </pc:spChg>
        <pc:spChg chg="add del">
          <ac:chgData name="Sofia Negueruela Avellaneda" userId="1355ce59-2ee3-4584-b6f2-c7e4b99958aa" providerId="ADAL" clId="{75AA7C8B-0E1E-45F8-BB8D-1CDD06E81B9F}" dt="2026-06-03T06:18:26.452" v="3475"/>
          <ac:spMkLst>
            <pc:docMk/>
            <pc:sldMk cId="3159597512" sldId="276"/>
            <ac:spMk id="20" creationId="{41F12A38-61EB-7C36-E722-D3A927895D99}"/>
          </ac:spMkLst>
        </pc:spChg>
        <pc:spChg chg="add del">
          <ac:chgData name="Sofia Negueruela Avellaneda" userId="1355ce59-2ee3-4584-b6f2-c7e4b99958aa" providerId="ADAL" clId="{75AA7C8B-0E1E-45F8-BB8D-1CDD06E81B9F}" dt="2026-06-03T06:18:26.452" v="3475"/>
          <ac:spMkLst>
            <pc:docMk/>
            <pc:sldMk cId="3159597512" sldId="276"/>
            <ac:spMk id="21" creationId="{FA059829-D0E8-1B2A-3C47-A484ADAFAD11}"/>
          </ac:spMkLst>
        </pc:spChg>
        <pc:spChg chg="add del">
          <ac:chgData name="Sofia Negueruela Avellaneda" userId="1355ce59-2ee3-4584-b6f2-c7e4b99958aa" providerId="ADAL" clId="{75AA7C8B-0E1E-45F8-BB8D-1CDD06E81B9F}" dt="2026-06-03T06:18:26.452" v="3475"/>
          <ac:spMkLst>
            <pc:docMk/>
            <pc:sldMk cId="3159597512" sldId="276"/>
            <ac:spMk id="22" creationId="{237102B1-A676-BC88-C21E-9E4EC65ADF37}"/>
          </ac:spMkLst>
        </pc:spChg>
      </pc:sldChg>
      <pc:sldChg chg="addSp delSp add del setBg delDesignElem">
        <pc:chgData name="Sofia Negueruela Avellaneda" userId="1355ce59-2ee3-4584-b6f2-c7e4b99958aa" providerId="ADAL" clId="{75AA7C8B-0E1E-45F8-BB8D-1CDD06E81B9F}" dt="2026-06-03T06:22:13.205" v="3531"/>
        <pc:sldMkLst>
          <pc:docMk/>
          <pc:sldMk cId="1325886273" sldId="277"/>
        </pc:sldMkLst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38" creationId="{664AD109-6AD9-8965-5D45-392CDE0F8C10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39" creationId="{F634D2CD-8FC2-4DBA-7062-D5204A0371F3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40" creationId="{0127E652-F325-F900-FB95-E2C257023DC9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41" creationId="{7BBB81F0-F2C5-A368-147E-A9327D67F991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42" creationId="{1C1BED9B-7A8A-1719-6FD9-3C8FD675AD40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43" creationId="{875974A7-3F51-921E-393B-809A469A1FA3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44" creationId="{2F335A08-0953-5146-C46C-78A23858B9A9}"/>
          </ac:spMkLst>
        </pc:spChg>
        <pc:spChg chg="add del">
          <ac:chgData name="Sofia Negueruela Avellaneda" userId="1355ce59-2ee3-4584-b6f2-c7e4b99958aa" providerId="ADAL" clId="{75AA7C8B-0E1E-45F8-BB8D-1CDD06E81B9F}" dt="2026-06-03T06:22:13.205" v="3531"/>
          <ac:spMkLst>
            <pc:docMk/>
            <pc:sldMk cId="1325886273" sldId="277"/>
            <ac:spMk id="45" creationId="{CAE60685-C8A9-1D3B-F52F-E80C9C844CC1}"/>
          </ac:spMkLst>
        </pc:spChg>
      </pc:sldChg>
      <pc:sldChg chg="add ord">
        <pc:chgData name="Sofia Negueruela Avellaneda" userId="1355ce59-2ee3-4584-b6f2-c7e4b99958aa" providerId="ADAL" clId="{75AA7C8B-0E1E-45F8-BB8D-1CDD06E81B9F}" dt="2026-06-03T06:22:23.246" v="3534"/>
        <pc:sldMkLst>
          <pc:docMk/>
          <pc:sldMk cId="2183988683" sldId="277"/>
        </pc:sldMkLst>
      </pc:sldChg>
      <pc:sldChg chg="addSp delSp add del setBg delDesignElem">
        <pc:chgData name="Sofia Negueruela Avellaneda" userId="1355ce59-2ee3-4584-b6f2-c7e4b99958aa" providerId="ADAL" clId="{75AA7C8B-0E1E-45F8-BB8D-1CDD06E81B9F}" dt="2026-06-03T06:22:12.880" v="3530"/>
        <pc:sldMkLst>
          <pc:docMk/>
          <pc:sldMk cId="1246535220" sldId="278"/>
        </pc:sldMkLst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38" creationId="{3067B07B-C8A6-DEE1-F575-EF106916AEE4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39" creationId="{C7FD0C4E-F4F4-A4A7-4D80-C0EC4955598B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40" creationId="{51ABB663-01C2-2E02-0866-1677E51595E2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41" creationId="{E37D1051-86DA-A331-2A17-09E914D773D4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42" creationId="{4BFB8419-2A5E-5D4C-DCE8-DF177DB8999E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43" creationId="{5A71EFDC-695A-38E8-85C3-893A5C8855F4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44" creationId="{A8025BE4-5483-302C-F1D0-75694DFD7A9C}"/>
          </ac:spMkLst>
        </pc:spChg>
        <pc:spChg chg="add del">
          <ac:chgData name="Sofia Negueruela Avellaneda" userId="1355ce59-2ee3-4584-b6f2-c7e4b99958aa" providerId="ADAL" clId="{75AA7C8B-0E1E-45F8-BB8D-1CDD06E81B9F}" dt="2026-06-03T06:22:12.880" v="3530"/>
          <ac:spMkLst>
            <pc:docMk/>
            <pc:sldMk cId="1246535220" sldId="278"/>
            <ac:spMk id="45" creationId="{9AEE0753-ACB0-63B1-30A7-8A4B116C5E2C}"/>
          </ac:spMkLst>
        </pc:spChg>
      </pc:sldChg>
      <pc:sldChg chg="addSp delSp modSp new mod setBg">
        <pc:chgData name="Sofia Negueruela Avellaneda" userId="1355ce59-2ee3-4584-b6f2-c7e4b99958aa" providerId="ADAL" clId="{75AA7C8B-0E1E-45F8-BB8D-1CDD06E81B9F}" dt="2026-06-03T07:05:36.050" v="3783" actId="20577"/>
        <pc:sldMkLst>
          <pc:docMk/>
          <pc:sldMk cId="3864306028" sldId="278"/>
        </pc:sldMkLst>
        <pc:spChg chg="mod">
          <ac:chgData name="Sofia Negueruela Avellaneda" userId="1355ce59-2ee3-4584-b6f2-c7e4b99958aa" providerId="ADAL" clId="{75AA7C8B-0E1E-45F8-BB8D-1CDD06E81B9F}" dt="2026-06-03T06:34:26.647" v="3698" actId="20577"/>
          <ac:spMkLst>
            <pc:docMk/>
            <pc:sldMk cId="3864306028" sldId="278"/>
            <ac:spMk id="2" creationId="{711D34C1-34AF-5CBD-9316-570A6E1B2F53}"/>
          </ac:spMkLst>
        </pc:spChg>
        <pc:spChg chg="mod">
          <ac:chgData name="Sofia Negueruela Avellaneda" userId="1355ce59-2ee3-4584-b6f2-c7e4b99958aa" providerId="ADAL" clId="{75AA7C8B-0E1E-45F8-BB8D-1CDD06E81B9F}" dt="2026-06-03T07:05:36.050" v="3783" actId="20577"/>
          <ac:spMkLst>
            <pc:docMk/>
            <pc:sldMk cId="3864306028" sldId="278"/>
            <ac:spMk id="3" creationId="{CED99AAA-2D8C-B05B-68F6-397DE9085275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8" creationId="{6F5A5072-7B47-4D32-B52A-4EBBF590B8A5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10" creationId="{9715DAF0-AE1B-46C9-8A6B-DB2AA05AB91D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12" creationId="{6016219D-510E-4184-9090-6D5578A87BD1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14" creationId="{AFF4A713-7B75-4B21-90D7-5AB19547C728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16" creationId="{DC631C0B-6DA6-4E57-8231-CE32B3434A7E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18" creationId="{C29501E6-A978-4A61-9689-9085AF97A53A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25" creationId="{B34F5AD2-EDBD-4BBD-A55C-EAFFD0C7097A}"/>
          </ac:spMkLst>
        </pc:spChg>
        <pc:spChg chg="add del">
          <ac:chgData name="Sofia Negueruela Avellaneda" userId="1355ce59-2ee3-4584-b6f2-c7e4b99958aa" providerId="ADAL" clId="{75AA7C8B-0E1E-45F8-BB8D-1CDD06E81B9F}" dt="2026-06-03T06:24:25.774" v="3572" actId="26606"/>
          <ac:spMkLst>
            <pc:docMk/>
            <pc:sldMk cId="3864306028" sldId="278"/>
            <ac:spMk id="27" creationId="{6832F003-FCA6-4CFB-A2EA-308F3AA257D1}"/>
          </ac:spMkLst>
        </pc:spChg>
      </pc:sldChg>
      <pc:sldChg chg="addSp delSp modSp new mod setBg">
        <pc:chgData name="Sofia Negueruela Avellaneda" userId="1355ce59-2ee3-4584-b6f2-c7e4b99958aa" providerId="ADAL" clId="{75AA7C8B-0E1E-45F8-BB8D-1CDD06E81B9F}" dt="2026-06-03T06:57:14.574" v="3748" actId="1076"/>
        <pc:sldMkLst>
          <pc:docMk/>
          <pc:sldMk cId="2571055931" sldId="279"/>
        </pc:sldMkLst>
        <pc:spChg chg="mod">
          <ac:chgData name="Sofia Negueruela Avellaneda" userId="1355ce59-2ee3-4584-b6f2-c7e4b99958aa" providerId="ADAL" clId="{75AA7C8B-0E1E-45F8-BB8D-1CDD06E81B9F}" dt="2026-06-03T06:27:35.485" v="3680" actId="26606"/>
          <ac:spMkLst>
            <pc:docMk/>
            <pc:sldMk cId="2571055931" sldId="279"/>
            <ac:spMk id="2" creationId="{FDF42D0B-E884-93A5-45CD-3F43D1AEF7C7}"/>
          </ac:spMkLst>
        </pc:spChg>
        <pc:spChg chg="del mod">
          <ac:chgData name="Sofia Negueruela Avellaneda" userId="1355ce59-2ee3-4584-b6f2-c7e4b99958aa" providerId="ADAL" clId="{75AA7C8B-0E1E-45F8-BB8D-1CDD06E81B9F}" dt="2026-06-03T06:27:30.656" v="3679"/>
          <ac:spMkLst>
            <pc:docMk/>
            <pc:sldMk cId="2571055931" sldId="279"/>
            <ac:spMk id="3" creationId="{DF13B0F2-1B56-51EF-F23E-968758E6987E}"/>
          </ac:spMkLst>
        </pc:spChg>
        <pc:spChg chg="add">
          <ac:chgData name="Sofia Negueruela Avellaneda" userId="1355ce59-2ee3-4584-b6f2-c7e4b99958aa" providerId="ADAL" clId="{75AA7C8B-0E1E-45F8-BB8D-1CDD06E81B9F}" dt="2026-06-03T06:27:35.485" v="3680" actId="26606"/>
          <ac:spMkLst>
            <pc:docMk/>
            <pc:sldMk cId="2571055931" sldId="279"/>
            <ac:spMk id="10" creationId="{A8384FB5-9ADC-4DDC-881B-597D56F5B15D}"/>
          </ac:spMkLst>
        </pc:spChg>
        <pc:spChg chg="add">
          <ac:chgData name="Sofia Negueruela Avellaneda" userId="1355ce59-2ee3-4584-b6f2-c7e4b99958aa" providerId="ADAL" clId="{75AA7C8B-0E1E-45F8-BB8D-1CDD06E81B9F}" dt="2026-06-03T06:27:35.485" v="3680" actId="26606"/>
          <ac:spMkLst>
            <pc:docMk/>
            <pc:sldMk cId="2571055931" sldId="279"/>
            <ac:spMk id="12" creationId="{1199E1B1-A8C0-4FE8-A5A8-1CB41D69F857}"/>
          </ac:spMkLst>
        </pc:spChg>
        <pc:spChg chg="add del mod">
          <ac:chgData name="Sofia Negueruela Avellaneda" userId="1355ce59-2ee3-4584-b6f2-c7e4b99958aa" providerId="ADAL" clId="{75AA7C8B-0E1E-45F8-BB8D-1CDD06E81B9F}" dt="2026-06-03T06:56:52.949" v="3743" actId="478"/>
          <ac:spMkLst>
            <pc:docMk/>
            <pc:sldMk cId="2571055931" sldId="279"/>
            <ac:spMk id="13" creationId="{4463BB29-B06E-CB17-E387-B1B88F14061D}"/>
          </ac:spMkLst>
        </pc:spChg>
        <pc:spChg chg="add">
          <ac:chgData name="Sofia Negueruela Avellaneda" userId="1355ce59-2ee3-4584-b6f2-c7e4b99958aa" providerId="ADAL" clId="{75AA7C8B-0E1E-45F8-BB8D-1CDD06E81B9F}" dt="2026-06-03T06:27:35.485" v="3680" actId="26606"/>
          <ac:spMkLst>
            <pc:docMk/>
            <pc:sldMk cId="2571055931" sldId="279"/>
            <ac:spMk id="14" creationId="{84A8DE83-DE75-4B41-9DB4-A7EC0B0DEC0B}"/>
          </ac:spMkLst>
        </pc:spChg>
        <pc:spChg chg="add">
          <ac:chgData name="Sofia Negueruela Avellaneda" userId="1355ce59-2ee3-4584-b6f2-c7e4b99958aa" providerId="ADAL" clId="{75AA7C8B-0E1E-45F8-BB8D-1CDD06E81B9F}" dt="2026-06-03T06:27:35.485" v="3680" actId="26606"/>
          <ac:spMkLst>
            <pc:docMk/>
            <pc:sldMk cId="2571055931" sldId="279"/>
            <ac:spMk id="16" creationId="{A7009A0A-BEF5-4EAC-AF15-E4F9F002E239}"/>
          </ac:spMkLst>
        </pc:spChg>
        <pc:picChg chg="add del mod ord">
          <ac:chgData name="Sofia Negueruela Avellaneda" userId="1355ce59-2ee3-4584-b6f2-c7e4b99958aa" providerId="ADAL" clId="{75AA7C8B-0E1E-45F8-BB8D-1CDD06E81B9F}" dt="2026-06-03T06:56:49.935" v="3742" actId="478"/>
          <ac:picMkLst>
            <pc:docMk/>
            <pc:sldMk cId="2571055931" sldId="279"/>
            <ac:picMk id="5" creationId="{0055BAEC-DC29-6669-A21A-28308476A248}"/>
          </ac:picMkLst>
        </pc:picChg>
        <pc:picChg chg="add del mod">
          <ac:chgData name="Sofia Negueruela Avellaneda" userId="1355ce59-2ee3-4584-b6f2-c7e4b99958aa" providerId="ADAL" clId="{75AA7C8B-0E1E-45F8-BB8D-1CDD06E81B9F}" dt="2026-06-03T06:27:56.046" v="3683" actId="931"/>
          <ac:picMkLst>
            <pc:docMk/>
            <pc:sldMk cId="2571055931" sldId="279"/>
            <ac:picMk id="7" creationId="{300EF240-9F97-0F36-EE0E-19EB9BDAE162}"/>
          </ac:picMkLst>
        </pc:picChg>
        <pc:picChg chg="add mod modCrop">
          <ac:chgData name="Sofia Negueruela Avellaneda" userId="1355ce59-2ee3-4584-b6f2-c7e4b99958aa" providerId="ADAL" clId="{75AA7C8B-0E1E-45F8-BB8D-1CDD06E81B9F}" dt="2026-06-03T06:57:14.574" v="3748" actId="1076"/>
          <ac:picMkLst>
            <pc:docMk/>
            <pc:sldMk cId="2571055931" sldId="279"/>
            <ac:picMk id="9" creationId="{FF096E91-5172-346C-D22C-CE8F03A9181A}"/>
          </ac:picMkLst>
        </pc:picChg>
      </pc:sldChg>
      <pc:sldChg chg="modSp new del mod ord">
        <pc:chgData name="Sofia Negueruela Avellaneda" userId="1355ce59-2ee3-4584-b6f2-c7e4b99958aa" providerId="ADAL" clId="{75AA7C8B-0E1E-45F8-BB8D-1CDD06E81B9F}" dt="2026-06-03T06:35:49.700" v="3726" actId="47"/>
        <pc:sldMkLst>
          <pc:docMk/>
          <pc:sldMk cId="1151516782" sldId="280"/>
        </pc:sldMkLst>
        <pc:spChg chg="mod">
          <ac:chgData name="Sofia Negueruela Avellaneda" userId="1355ce59-2ee3-4584-b6f2-c7e4b99958aa" providerId="ADAL" clId="{75AA7C8B-0E1E-45F8-BB8D-1CDD06E81B9F}" dt="2026-06-03T06:34:44.991" v="3723" actId="20577"/>
          <ac:spMkLst>
            <pc:docMk/>
            <pc:sldMk cId="1151516782" sldId="280"/>
            <ac:spMk id="2" creationId="{A90A25F4-E761-63BC-3556-16704A1F32AF}"/>
          </ac:spMkLst>
        </pc:spChg>
      </pc:sldChg>
      <pc:sldChg chg="addSp delSp modSp new mod setBg">
        <pc:chgData name="Sofia Negueruela Avellaneda" userId="1355ce59-2ee3-4584-b6f2-c7e4b99958aa" providerId="ADAL" clId="{75AA7C8B-0E1E-45F8-BB8D-1CDD06E81B9F}" dt="2026-06-03T06:58:43.138" v="3766" actId="1076"/>
        <pc:sldMkLst>
          <pc:docMk/>
          <pc:sldMk cId="1360744334" sldId="280"/>
        </pc:sldMkLst>
        <pc:spChg chg="del">
          <ac:chgData name="Sofia Negueruela Avellaneda" userId="1355ce59-2ee3-4584-b6f2-c7e4b99958aa" providerId="ADAL" clId="{75AA7C8B-0E1E-45F8-BB8D-1CDD06E81B9F}" dt="2026-06-03T06:58:15.675" v="3760" actId="26606"/>
          <ac:spMkLst>
            <pc:docMk/>
            <pc:sldMk cId="1360744334" sldId="280"/>
            <ac:spMk id="2" creationId="{26F17BF3-2C09-114C-B7E7-2B8D19E1CABD}"/>
          </ac:spMkLst>
        </pc:spChg>
        <pc:spChg chg="del">
          <ac:chgData name="Sofia Negueruela Avellaneda" userId="1355ce59-2ee3-4584-b6f2-c7e4b99958aa" providerId="ADAL" clId="{75AA7C8B-0E1E-45F8-BB8D-1CDD06E81B9F}" dt="2026-06-03T06:58:09.210" v="3759"/>
          <ac:spMkLst>
            <pc:docMk/>
            <pc:sldMk cId="1360744334" sldId="280"/>
            <ac:spMk id="3" creationId="{2A6DDC23-4F4C-80D5-A122-6B9CEA7713E6}"/>
          </ac:spMkLst>
        </pc:spChg>
        <pc:spChg chg="add">
          <ac:chgData name="Sofia Negueruela Avellaneda" userId="1355ce59-2ee3-4584-b6f2-c7e4b99958aa" providerId="ADAL" clId="{75AA7C8B-0E1E-45F8-BB8D-1CDD06E81B9F}" dt="2026-06-03T06:58:15.675" v="3760" actId="26606"/>
          <ac:spMkLst>
            <pc:docMk/>
            <pc:sldMk cId="1360744334" sldId="280"/>
            <ac:spMk id="10" creationId="{AB8C311F-7253-4AED-9701-7FC0708C41C7}"/>
          </ac:spMkLst>
        </pc:spChg>
        <pc:spChg chg="add">
          <ac:chgData name="Sofia Negueruela Avellaneda" userId="1355ce59-2ee3-4584-b6f2-c7e4b99958aa" providerId="ADAL" clId="{75AA7C8B-0E1E-45F8-BB8D-1CDD06E81B9F}" dt="2026-06-03T06:58:15.675" v="3760" actId="26606"/>
          <ac:spMkLst>
            <pc:docMk/>
            <pc:sldMk cId="1360744334" sldId="280"/>
            <ac:spMk id="12" creationId="{E2384209-CB15-4CDF-9D31-C44FD9A3F20D}"/>
          </ac:spMkLst>
        </pc:spChg>
        <pc:spChg chg="add">
          <ac:chgData name="Sofia Negueruela Avellaneda" userId="1355ce59-2ee3-4584-b6f2-c7e4b99958aa" providerId="ADAL" clId="{75AA7C8B-0E1E-45F8-BB8D-1CDD06E81B9F}" dt="2026-06-03T06:58:15.675" v="3760" actId="26606"/>
          <ac:spMkLst>
            <pc:docMk/>
            <pc:sldMk cId="1360744334" sldId="280"/>
            <ac:spMk id="14" creationId="{2633B3B5-CC90-43F0-8714-D31D1F3F0209}"/>
          </ac:spMkLst>
        </pc:spChg>
        <pc:spChg chg="add">
          <ac:chgData name="Sofia Negueruela Avellaneda" userId="1355ce59-2ee3-4584-b6f2-c7e4b99958aa" providerId="ADAL" clId="{75AA7C8B-0E1E-45F8-BB8D-1CDD06E81B9F}" dt="2026-06-03T06:58:15.675" v="3760" actId="26606"/>
          <ac:spMkLst>
            <pc:docMk/>
            <pc:sldMk cId="1360744334" sldId="280"/>
            <ac:spMk id="16" creationId="{A8D57A06-A426-446D-B02C-A2DC6B62E45E}"/>
          </ac:spMkLst>
        </pc:spChg>
        <pc:picChg chg="add mod ord modCrop">
          <ac:chgData name="Sofia Negueruela Avellaneda" userId="1355ce59-2ee3-4584-b6f2-c7e4b99958aa" providerId="ADAL" clId="{75AA7C8B-0E1E-45F8-BB8D-1CDD06E81B9F}" dt="2026-06-03T06:58:43.138" v="3766" actId="1076"/>
          <ac:picMkLst>
            <pc:docMk/>
            <pc:sldMk cId="1360744334" sldId="280"/>
            <ac:picMk id="5" creationId="{A619ED8B-D98D-2D10-92DE-EAAE10DF33E4}"/>
          </ac:picMkLst>
        </pc:picChg>
      </pc:sldChg>
      <pc:sldChg chg="new del">
        <pc:chgData name="Sofia Negueruela Avellaneda" userId="1355ce59-2ee3-4584-b6f2-c7e4b99958aa" providerId="ADAL" clId="{75AA7C8B-0E1E-45F8-BB8D-1CDD06E81B9F}" dt="2026-06-03T06:34:33.686" v="3700" actId="680"/>
        <pc:sldMkLst>
          <pc:docMk/>
          <pc:sldMk cId="3985923096" sldId="280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11E4FE-E965-4E8F-BAD4-B17B24070E0E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s-ES"/>
        </a:p>
      </dgm:t>
    </dgm:pt>
    <dgm:pt modelId="{351AEB1F-FFFC-4A02-B6D9-6A385B360DB5}">
      <dgm:prSet phldrT="[Texto]"/>
      <dgm:spPr/>
      <dgm:t>
        <a:bodyPr/>
        <a:lstStyle/>
        <a:p>
          <a:r>
            <a:rPr lang="es-ES"/>
            <a:t>Recopilación de datos</a:t>
          </a:r>
        </a:p>
      </dgm:t>
    </dgm:pt>
    <dgm:pt modelId="{BD7D95E5-E058-442E-9CB2-ED356AA4E968}" type="parTrans" cxnId="{8C8905F1-5E2D-4CA1-B4B4-E8125809FA71}">
      <dgm:prSet/>
      <dgm:spPr/>
      <dgm:t>
        <a:bodyPr/>
        <a:lstStyle/>
        <a:p>
          <a:endParaRPr lang="es-ES"/>
        </a:p>
      </dgm:t>
    </dgm:pt>
    <dgm:pt modelId="{18DCB902-B0A7-4A3B-8137-DC88125B4769}" type="sibTrans" cxnId="{8C8905F1-5E2D-4CA1-B4B4-E8125809FA71}">
      <dgm:prSet/>
      <dgm:spPr/>
      <dgm:t>
        <a:bodyPr/>
        <a:lstStyle/>
        <a:p>
          <a:endParaRPr lang="es-ES"/>
        </a:p>
      </dgm:t>
    </dgm:pt>
    <dgm:pt modelId="{71232ECD-CCCA-4E79-AB2B-252C7481DE88}">
      <dgm:prSet/>
      <dgm:spPr/>
      <dgm:t>
        <a:bodyPr/>
        <a:lstStyle/>
        <a:p>
          <a:r>
            <a:rPr lang="es-ES"/>
            <a:t>Procesamiento e ingesta documental</a:t>
          </a:r>
        </a:p>
      </dgm:t>
    </dgm:pt>
    <dgm:pt modelId="{76A1785D-D9B6-47BD-B0E8-F62593439647}" type="parTrans" cxnId="{99382B2B-1965-43F5-94F1-319903033BA2}">
      <dgm:prSet/>
      <dgm:spPr/>
      <dgm:t>
        <a:bodyPr/>
        <a:lstStyle/>
        <a:p>
          <a:endParaRPr lang="es-ES"/>
        </a:p>
      </dgm:t>
    </dgm:pt>
    <dgm:pt modelId="{FCA890BA-1769-4EA4-ABD5-FAA90C0D1B63}" type="sibTrans" cxnId="{99382B2B-1965-43F5-94F1-319903033BA2}">
      <dgm:prSet/>
      <dgm:spPr/>
      <dgm:t>
        <a:bodyPr/>
        <a:lstStyle/>
        <a:p>
          <a:endParaRPr lang="es-ES"/>
        </a:p>
      </dgm:t>
    </dgm:pt>
    <dgm:pt modelId="{8C0D5522-F14B-4A2E-AADB-1434B98C37EA}">
      <dgm:prSet/>
      <dgm:spPr/>
      <dgm:t>
        <a:bodyPr/>
        <a:lstStyle/>
        <a:p>
          <a:r>
            <a:rPr lang="es-ES"/>
            <a:t>Investigación sobre grafos de conocimiento</a:t>
          </a:r>
        </a:p>
      </dgm:t>
    </dgm:pt>
    <dgm:pt modelId="{39F7C7C6-7D3F-43D9-9833-BD86C7847DDA}" type="parTrans" cxnId="{2396B3D8-683A-4231-B4B8-5391545E48C6}">
      <dgm:prSet/>
      <dgm:spPr/>
      <dgm:t>
        <a:bodyPr/>
        <a:lstStyle/>
        <a:p>
          <a:endParaRPr lang="es-ES"/>
        </a:p>
      </dgm:t>
    </dgm:pt>
    <dgm:pt modelId="{0FE19A60-00A3-4C31-8577-5DC8A47B1172}" type="sibTrans" cxnId="{2396B3D8-683A-4231-B4B8-5391545E48C6}">
      <dgm:prSet/>
      <dgm:spPr/>
      <dgm:t>
        <a:bodyPr/>
        <a:lstStyle/>
        <a:p>
          <a:endParaRPr lang="es-ES"/>
        </a:p>
      </dgm:t>
    </dgm:pt>
    <dgm:pt modelId="{3B5A9D95-4CB6-4115-89D6-B35D97370124}">
      <dgm:prSet/>
      <dgm:spPr/>
      <dgm:t>
        <a:bodyPr/>
        <a:lstStyle/>
        <a:p>
          <a:r>
            <a:rPr lang="es-ES" dirty="0"/>
            <a:t>Investigación sobre procesamiento en paralelo</a:t>
          </a:r>
        </a:p>
      </dgm:t>
    </dgm:pt>
    <dgm:pt modelId="{77E71043-777F-41DC-9B84-6C5D7F524C6D}" type="parTrans" cxnId="{E682F8EF-AD78-4ADC-9F50-05EC1AF806E4}">
      <dgm:prSet/>
      <dgm:spPr/>
      <dgm:t>
        <a:bodyPr/>
        <a:lstStyle/>
        <a:p>
          <a:endParaRPr lang="es-ES"/>
        </a:p>
      </dgm:t>
    </dgm:pt>
    <dgm:pt modelId="{7401C390-D405-41DE-879F-A8A17100F786}" type="sibTrans" cxnId="{E682F8EF-AD78-4ADC-9F50-05EC1AF806E4}">
      <dgm:prSet/>
      <dgm:spPr/>
      <dgm:t>
        <a:bodyPr/>
        <a:lstStyle/>
        <a:p>
          <a:endParaRPr lang="es-ES"/>
        </a:p>
      </dgm:t>
    </dgm:pt>
    <dgm:pt modelId="{88BC3E88-339A-4CC2-8A74-71D1B5231D25}">
      <dgm:prSet/>
      <dgm:spPr>
        <a:solidFill>
          <a:srgbClr val="8598A9"/>
        </a:solidFill>
      </dgm:spPr>
      <dgm:t>
        <a:bodyPr/>
        <a:lstStyle/>
        <a:p>
          <a:r>
            <a:rPr lang="es-ES"/>
            <a:t>Evaluación y benchmarking</a:t>
          </a:r>
        </a:p>
      </dgm:t>
    </dgm:pt>
    <dgm:pt modelId="{D43D7CCE-7CC3-45F1-B7DE-321C7B11A7A6}" type="parTrans" cxnId="{90B99277-8289-4E15-8D06-2A9FFA1FF4B6}">
      <dgm:prSet/>
      <dgm:spPr/>
      <dgm:t>
        <a:bodyPr/>
        <a:lstStyle/>
        <a:p>
          <a:endParaRPr lang="es-ES"/>
        </a:p>
      </dgm:t>
    </dgm:pt>
    <dgm:pt modelId="{A4EAFB55-0BEC-4301-A400-7E8F4CD3AE26}" type="sibTrans" cxnId="{90B99277-8289-4E15-8D06-2A9FFA1FF4B6}">
      <dgm:prSet/>
      <dgm:spPr/>
      <dgm:t>
        <a:bodyPr/>
        <a:lstStyle/>
        <a:p>
          <a:endParaRPr lang="es-ES"/>
        </a:p>
      </dgm:t>
    </dgm:pt>
    <dgm:pt modelId="{90834866-6D3E-4AF2-9FB4-A5436C931814}" type="pres">
      <dgm:prSet presAssocID="{E511E4FE-E965-4E8F-BAD4-B17B24070E0E}" presName="outerComposite" presStyleCnt="0">
        <dgm:presLayoutVars>
          <dgm:chMax val="5"/>
          <dgm:dir/>
          <dgm:resizeHandles val="exact"/>
        </dgm:presLayoutVars>
      </dgm:prSet>
      <dgm:spPr/>
    </dgm:pt>
    <dgm:pt modelId="{D1255910-AECF-4E82-8C93-050D0DD25F07}" type="pres">
      <dgm:prSet presAssocID="{E511E4FE-E965-4E8F-BAD4-B17B24070E0E}" presName="dummyMaxCanvas" presStyleCnt="0">
        <dgm:presLayoutVars/>
      </dgm:prSet>
      <dgm:spPr/>
    </dgm:pt>
    <dgm:pt modelId="{D138C322-D8BF-44BB-A993-EFCFFD789231}" type="pres">
      <dgm:prSet presAssocID="{E511E4FE-E965-4E8F-BAD4-B17B24070E0E}" presName="FiveNodes_1" presStyleLbl="node1" presStyleIdx="0" presStyleCnt="5">
        <dgm:presLayoutVars>
          <dgm:bulletEnabled val="1"/>
        </dgm:presLayoutVars>
      </dgm:prSet>
      <dgm:spPr/>
    </dgm:pt>
    <dgm:pt modelId="{FA7804D5-4C68-4188-9646-BB15B56E4CE1}" type="pres">
      <dgm:prSet presAssocID="{E511E4FE-E965-4E8F-BAD4-B17B24070E0E}" presName="FiveNodes_2" presStyleLbl="node1" presStyleIdx="1" presStyleCnt="5">
        <dgm:presLayoutVars>
          <dgm:bulletEnabled val="1"/>
        </dgm:presLayoutVars>
      </dgm:prSet>
      <dgm:spPr/>
    </dgm:pt>
    <dgm:pt modelId="{3277F692-5F01-4618-8D88-1D362450DCC5}" type="pres">
      <dgm:prSet presAssocID="{E511E4FE-E965-4E8F-BAD4-B17B24070E0E}" presName="FiveNodes_3" presStyleLbl="node1" presStyleIdx="2" presStyleCnt="5">
        <dgm:presLayoutVars>
          <dgm:bulletEnabled val="1"/>
        </dgm:presLayoutVars>
      </dgm:prSet>
      <dgm:spPr/>
    </dgm:pt>
    <dgm:pt modelId="{1296D7A5-42CC-42A9-9258-40C343169173}" type="pres">
      <dgm:prSet presAssocID="{E511E4FE-E965-4E8F-BAD4-B17B24070E0E}" presName="FiveNodes_4" presStyleLbl="node1" presStyleIdx="3" presStyleCnt="5">
        <dgm:presLayoutVars>
          <dgm:bulletEnabled val="1"/>
        </dgm:presLayoutVars>
      </dgm:prSet>
      <dgm:spPr/>
    </dgm:pt>
    <dgm:pt modelId="{C4CAE690-9F38-4F52-8CF6-165F88FC618D}" type="pres">
      <dgm:prSet presAssocID="{E511E4FE-E965-4E8F-BAD4-B17B24070E0E}" presName="FiveNodes_5" presStyleLbl="node1" presStyleIdx="4" presStyleCnt="5">
        <dgm:presLayoutVars>
          <dgm:bulletEnabled val="1"/>
        </dgm:presLayoutVars>
      </dgm:prSet>
      <dgm:spPr/>
    </dgm:pt>
    <dgm:pt modelId="{90B7CC94-BF9A-4EAB-AD3F-AD8AFF656B45}" type="pres">
      <dgm:prSet presAssocID="{E511E4FE-E965-4E8F-BAD4-B17B24070E0E}" presName="FiveConn_1-2" presStyleLbl="fgAccFollowNode1" presStyleIdx="0" presStyleCnt="4">
        <dgm:presLayoutVars>
          <dgm:bulletEnabled val="1"/>
        </dgm:presLayoutVars>
      </dgm:prSet>
      <dgm:spPr/>
    </dgm:pt>
    <dgm:pt modelId="{8AA54457-B260-4B00-AA3C-FBB7D925919B}" type="pres">
      <dgm:prSet presAssocID="{E511E4FE-E965-4E8F-BAD4-B17B24070E0E}" presName="FiveConn_2-3" presStyleLbl="fgAccFollowNode1" presStyleIdx="1" presStyleCnt="4">
        <dgm:presLayoutVars>
          <dgm:bulletEnabled val="1"/>
        </dgm:presLayoutVars>
      </dgm:prSet>
      <dgm:spPr/>
    </dgm:pt>
    <dgm:pt modelId="{08B99042-0B26-432C-BF5C-9948253764BC}" type="pres">
      <dgm:prSet presAssocID="{E511E4FE-E965-4E8F-BAD4-B17B24070E0E}" presName="FiveConn_3-4" presStyleLbl="fgAccFollowNode1" presStyleIdx="2" presStyleCnt="4">
        <dgm:presLayoutVars>
          <dgm:bulletEnabled val="1"/>
        </dgm:presLayoutVars>
      </dgm:prSet>
      <dgm:spPr/>
    </dgm:pt>
    <dgm:pt modelId="{BDF6AD3D-AEFD-44BA-8A80-4386566FCA7A}" type="pres">
      <dgm:prSet presAssocID="{E511E4FE-E965-4E8F-BAD4-B17B24070E0E}" presName="FiveConn_4-5" presStyleLbl="fgAccFollowNode1" presStyleIdx="3" presStyleCnt="4">
        <dgm:presLayoutVars>
          <dgm:bulletEnabled val="1"/>
        </dgm:presLayoutVars>
      </dgm:prSet>
      <dgm:spPr/>
    </dgm:pt>
    <dgm:pt modelId="{A96D11E6-3C15-4979-8317-8B0C2DCAE045}" type="pres">
      <dgm:prSet presAssocID="{E511E4FE-E965-4E8F-BAD4-B17B24070E0E}" presName="FiveNodes_1_text" presStyleLbl="node1" presStyleIdx="4" presStyleCnt="5">
        <dgm:presLayoutVars>
          <dgm:bulletEnabled val="1"/>
        </dgm:presLayoutVars>
      </dgm:prSet>
      <dgm:spPr/>
    </dgm:pt>
    <dgm:pt modelId="{ED3DA1DE-017A-4503-BBC8-9B24B3AED8A5}" type="pres">
      <dgm:prSet presAssocID="{E511E4FE-E965-4E8F-BAD4-B17B24070E0E}" presName="FiveNodes_2_text" presStyleLbl="node1" presStyleIdx="4" presStyleCnt="5">
        <dgm:presLayoutVars>
          <dgm:bulletEnabled val="1"/>
        </dgm:presLayoutVars>
      </dgm:prSet>
      <dgm:spPr/>
    </dgm:pt>
    <dgm:pt modelId="{D6409AAB-B91B-4BFE-99EE-AD3A78A18797}" type="pres">
      <dgm:prSet presAssocID="{E511E4FE-E965-4E8F-BAD4-B17B24070E0E}" presName="FiveNodes_3_text" presStyleLbl="node1" presStyleIdx="4" presStyleCnt="5">
        <dgm:presLayoutVars>
          <dgm:bulletEnabled val="1"/>
        </dgm:presLayoutVars>
      </dgm:prSet>
      <dgm:spPr/>
    </dgm:pt>
    <dgm:pt modelId="{D88DB89E-9F20-4EFF-B3D1-A381208FE5F9}" type="pres">
      <dgm:prSet presAssocID="{E511E4FE-E965-4E8F-BAD4-B17B24070E0E}" presName="FiveNodes_4_text" presStyleLbl="node1" presStyleIdx="4" presStyleCnt="5">
        <dgm:presLayoutVars>
          <dgm:bulletEnabled val="1"/>
        </dgm:presLayoutVars>
      </dgm:prSet>
      <dgm:spPr/>
    </dgm:pt>
    <dgm:pt modelId="{053260E7-70E1-426A-90FB-8C8E22EABAC9}" type="pres">
      <dgm:prSet presAssocID="{E511E4FE-E965-4E8F-BAD4-B17B24070E0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DC4FC09-E0F5-40ED-871D-AB957D62A536}" type="presOf" srcId="{8C0D5522-F14B-4A2E-AADB-1434B98C37EA}" destId="{D6409AAB-B91B-4BFE-99EE-AD3A78A18797}" srcOrd="1" destOrd="0" presId="urn:microsoft.com/office/officeart/2005/8/layout/vProcess5"/>
    <dgm:cxn modelId="{11DD4118-262E-4D5C-9F25-E817EF6974F2}" type="presOf" srcId="{3B5A9D95-4CB6-4115-89D6-B35D97370124}" destId="{1296D7A5-42CC-42A9-9258-40C343169173}" srcOrd="0" destOrd="0" presId="urn:microsoft.com/office/officeart/2005/8/layout/vProcess5"/>
    <dgm:cxn modelId="{99382B2B-1965-43F5-94F1-319903033BA2}" srcId="{E511E4FE-E965-4E8F-BAD4-B17B24070E0E}" destId="{71232ECD-CCCA-4E79-AB2B-252C7481DE88}" srcOrd="1" destOrd="0" parTransId="{76A1785D-D9B6-47BD-B0E8-F62593439647}" sibTransId="{FCA890BA-1769-4EA4-ABD5-FAA90C0D1B63}"/>
    <dgm:cxn modelId="{6A1DED2C-A137-4EFF-8617-A87BBE53769C}" type="presOf" srcId="{71232ECD-CCCA-4E79-AB2B-252C7481DE88}" destId="{FA7804D5-4C68-4188-9646-BB15B56E4CE1}" srcOrd="0" destOrd="0" presId="urn:microsoft.com/office/officeart/2005/8/layout/vProcess5"/>
    <dgm:cxn modelId="{3118BF33-BE8D-4A3D-8FFB-48B3A57ABE83}" type="presOf" srcId="{18DCB902-B0A7-4A3B-8137-DC88125B4769}" destId="{90B7CC94-BF9A-4EAB-AD3F-AD8AFF656B45}" srcOrd="0" destOrd="0" presId="urn:microsoft.com/office/officeart/2005/8/layout/vProcess5"/>
    <dgm:cxn modelId="{1DAA0C5C-E487-4669-B4C9-4B5FA39F02F1}" type="presOf" srcId="{FCA890BA-1769-4EA4-ABD5-FAA90C0D1B63}" destId="{8AA54457-B260-4B00-AA3C-FBB7D925919B}" srcOrd="0" destOrd="0" presId="urn:microsoft.com/office/officeart/2005/8/layout/vProcess5"/>
    <dgm:cxn modelId="{356EDC62-0FDA-4959-879D-95C07964FEA8}" type="presOf" srcId="{88BC3E88-339A-4CC2-8A74-71D1B5231D25}" destId="{053260E7-70E1-426A-90FB-8C8E22EABAC9}" srcOrd="1" destOrd="0" presId="urn:microsoft.com/office/officeart/2005/8/layout/vProcess5"/>
    <dgm:cxn modelId="{32CE6A54-214A-4501-8D74-CF190CFF07B4}" type="presOf" srcId="{7401C390-D405-41DE-879F-A8A17100F786}" destId="{BDF6AD3D-AEFD-44BA-8A80-4386566FCA7A}" srcOrd="0" destOrd="0" presId="urn:microsoft.com/office/officeart/2005/8/layout/vProcess5"/>
    <dgm:cxn modelId="{90B99277-8289-4E15-8D06-2A9FFA1FF4B6}" srcId="{E511E4FE-E965-4E8F-BAD4-B17B24070E0E}" destId="{88BC3E88-339A-4CC2-8A74-71D1B5231D25}" srcOrd="4" destOrd="0" parTransId="{D43D7CCE-7CC3-45F1-B7DE-321C7B11A7A6}" sibTransId="{A4EAFB55-0BEC-4301-A400-7E8F4CD3AE26}"/>
    <dgm:cxn modelId="{21EFB589-36DC-4F5F-B8D4-90B352CFE5AD}" type="presOf" srcId="{3B5A9D95-4CB6-4115-89D6-B35D97370124}" destId="{D88DB89E-9F20-4EFF-B3D1-A381208FE5F9}" srcOrd="1" destOrd="0" presId="urn:microsoft.com/office/officeart/2005/8/layout/vProcess5"/>
    <dgm:cxn modelId="{7E6D6395-59BC-44E0-A900-FBA89E809C48}" type="presOf" srcId="{8C0D5522-F14B-4A2E-AADB-1434B98C37EA}" destId="{3277F692-5F01-4618-8D88-1D362450DCC5}" srcOrd="0" destOrd="0" presId="urn:microsoft.com/office/officeart/2005/8/layout/vProcess5"/>
    <dgm:cxn modelId="{D24C87A5-9E39-4C2E-9E6A-6C82C1D8A2DA}" type="presOf" srcId="{351AEB1F-FFFC-4A02-B6D9-6A385B360DB5}" destId="{D138C322-D8BF-44BB-A993-EFCFFD789231}" srcOrd="0" destOrd="0" presId="urn:microsoft.com/office/officeart/2005/8/layout/vProcess5"/>
    <dgm:cxn modelId="{8EB426A8-EEF7-474B-833E-2B4FC2DFA298}" type="presOf" srcId="{351AEB1F-FFFC-4A02-B6D9-6A385B360DB5}" destId="{A96D11E6-3C15-4979-8317-8B0C2DCAE045}" srcOrd="1" destOrd="0" presId="urn:microsoft.com/office/officeart/2005/8/layout/vProcess5"/>
    <dgm:cxn modelId="{FA2AA1B1-F644-4EE0-AF5B-09870FAA3BEA}" type="presOf" srcId="{E511E4FE-E965-4E8F-BAD4-B17B24070E0E}" destId="{90834866-6D3E-4AF2-9FB4-A5436C931814}" srcOrd="0" destOrd="0" presId="urn:microsoft.com/office/officeart/2005/8/layout/vProcess5"/>
    <dgm:cxn modelId="{C1D4CCC6-5658-4064-A585-2AA2020B5E13}" type="presOf" srcId="{0FE19A60-00A3-4C31-8577-5DC8A47B1172}" destId="{08B99042-0B26-432C-BF5C-9948253764BC}" srcOrd="0" destOrd="0" presId="urn:microsoft.com/office/officeart/2005/8/layout/vProcess5"/>
    <dgm:cxn modelId="{1EE588CF-4A4C-4CFF-ABBA-BD1A89A0AF54}" type="presOf" srcId="{88BC3E88-339A-4CC2-8A74-71D1B5231D25}" destId="{C4CAE690-9F38-4F52-8CF6-165F88FC618D}" srcOrd="0" destOrd="0" presId="urn:microsoft.com/office/officeart/2005/8/layout/vProcess5"/>
    <dgm:cxn modelId="{2396B3D8-683A-4231-B4B8-5391545E48C6}" srcId="{E511E4FE-E965-4E8F-BAD4-B17B24070E0E}" destId="{8C0D5522-F14B-4A2E-AADB-1434B98C37EA}" srcOrd="2" destOrd="0" parTransId="{39F7C7C6-7D3F-43D9-9833-BD86C7847DDA}" sibTransId="{0FE19A60-00A3-4C31-8577-5DC8A47B1172}"/>
    <dgm:cxn modelId="{B57D09E3-D917-4F42-ADEE-54A54CB50B02}" type="presOf" srcId="{71232ECD-CCCA-4E79-AB2B-252C7481DE88}" destId="{ED3DA1DE-017A-4503-BBC8-9B24B3AED8A5}" srcOrd="1" destOrd="0" presId="urn:microsoft.com/office/officeart/2005/8/layout/vProcess5"/>
    <dgm:cxn modelId="{E682F8EF-AD78-4ADC-9F50-05EC1AF806E4}" srcId="{E511E4FE-E965-4E8F-BAD4-B17B24070E0E}" destId="{3B5A9D95-4CB6-4115-89D6-B35D97370124}" srcOrd="3" destOrd="0" parTransId="{77E71043-777F-41DC-9B84-6C5D7F524C6D}" sibTransId="{7401C390-D405-41DE-879F-A8A17100F786}"/>
    <dgm:cxn modelId="{8C8905F1-5E2D-4CA1-B4B4-E8125809FA71}" srcId="{E511E4FE-E965-4E8F-BAD4-B17B24070E0E}" destId="{351AEB1F-FFFC-4A02-B6D9-6A385B360DB5}" srcOrd="0" destOrd="0" parTransId="{BD7D95E5-E058-442E-9CB2-ED356AA4E968}" sibTransId="{18DCB902-B0A7-4A3B-8137-DC88125B4769}"/>
    <dgm:cxn modelId="{12159798-CA15-4D12-A926-EC2CF44C6525}" type="presParOf" srcId="{90834866-6D3E-4AF2-9FB4-A5436C931814}" destId="{D1255910-AECF-4E82-8C93-050D0DD25F07}" srcOrd="0" destOrd="0" presId="urn:microsoft.com/office/officeart/2005/8/layout/vProcess5"/>
    <dgm:cxn modelId="{800771BE-C3D0-4F8F-B832-FDD7F75A3780}" type="presParOf" srcId="{90834866-6D3E-4AF2-9FB4-A5436C931814}" destId="{D138C322-D8BF-44BB-A993-EFCFFD789231}" srcOrd="1" destOrd="0" presId="urn:microsoft.com/office/officeart/2005/8/layout/vProcess5"/>
    <dgm:cxn modelId="{9FA48490-48D5-4B5D-8D91-B5B4F4192472}" type="presParOf" srcId="{90834866-6D3E-4AF2-9FB4-A5436C931814}" destId="{FA7804D5-4C68-4188-9646-BB15B56E4CE1}" srcOrd="2" destOrd="0" presId="urn:microsoft.com/office/officeart/2005/8/layout/vProcess5"/>
    <dgm:cxn modelId="{566446BB-813A-4601-89B1-3FBFD62899B0}" type="presParOf" srcId="{90834866-6D3E-4AF2-9FB4-A5436C931814}" destId="{3277F692-5F01-4618-8D88-1D362450DCC5}" srcOrd="3" destOrd="0" presId="urn:microsoft.com/office/officeart/2005/8/layout/vProcess5"/>
    <dgm:cxn modelId="{3EDF09F2-BB17-4748-992D-1546F21CFEC6}" type="presParOf" srcId="{90834866-6D3E-4AF2-9FB4-A5436C931814}" destId="{1296D7A5-42CC-42A9-9258-40C343169173}" srcOrd="4" destOrd="0" presId="urn:microsoft.com/office/officeart/2005/8/layout/vProcess5"/>
    <dgm:cxn modelId="{8D6BC871-3C7B-4482-80B5-2876A1F7AE47}" type="presParOf" srcId="{90834866-6D3E-4AF2-9FB4-A5436C931814}" destId="{C4CAE690-9F38-4F52-8CF6-165F88FC618D}" srcOrd="5" destOrd="0" presId="urn:microsoft.com/office/officeart/2005/8/layout/vProcess5"/>
    <dgm:cxn modelId="{2AB75859-EB41-4CFE-B193-EF30F546EFD9}" type="presParOf" srcId="{90834866-6D3E-4AF2-9FB4-A5436C931814}" destId="{90B7CC94-BF9A-4EAB-AD3F-AD8AFF656B45}" srcOrd="6" destOrd="0" presId="urn:microsoft.com/office/officeart/2005/8/layout/vProcess5"/>
    <dgm:cxn modelId="{7721BE47-222A-4F36-BBD3-0A6600B4AA6F}" type="presParOf" srcId="{90834866-6D3E-4AF2-9FB4-A5436C931814}" destId="{8AA54457-B260-4B00-AA3C-FBB7D925919B}" srcOrd="7" destOrd="0" presId="urn:microsoft.com/office/officeart/2005/8/layout/vProcess5"/>
    <dgm:cxn modelId="{06CA4D02-5F18-44C9-BF6A-4573E9EF2D19}" type="presParOf" srcId="{90834866-6D3E-4AF2-9FB4-A5436C931814}" destId="{08B99042-0B26-432C-BF5C-9948253764BC}" srcOrd="8" destOrd="0" presId="urn:microsoft.com/office/officeart/2005/8/layout/vProcess5"/>
    <dgm:cxn modelId="{098F0F3D-B3E4-44AB-9514-EA28355813A8}" type="presParOf" srcId="{90834866-6D3E-4AF2-9FB4-A5436C931814}" destId="{BDF6AD3D-AEFD-44BA-8A80-4386566FCA7A}" srcOrd="9" destOrd="0" presId="urn:microsoft.com/office/officeart/2005/8/layout/vProcess5"/>
    <dgm:cxn modelId="{E34A5542-DC96-42A1-BC4A-3A0B7DEA61C4}" type="presParOf" srcId="{90834866-6D3E-4AF2-9FB4-A5436C931814}" destId="{A96D11E6-3C15-4979-8317-8B0C2DCAE045}" srcOrd="10" destOrd="0" presId="urn:microsoft.com/office/officeart/2005/8/layout/vProcess5"/>
    <dgm:cxn modelId="{CAEAAB68-8260-44A3-A29C-8455C5932A36}" type="presParOf" srcId="{90834866-6D3E-4AF2-9FB4-A5436C931814}" destId="{ED3DA1DE-017A-4503-BBC8-9B24B3AED8A5}" srcOrd="11" destOrd="0" presId="urn:microsoft.com/office/officeart/2005/8/layout/vProcess5"/>
    <dgm:cxn modelId="{52B0204A-6728-424F-A2F4-56EE3DAD26ED}" type="presParOf" srcId="{90834866-6D3E-4AF2-9FB4-A5436C931814}" destId="{D6409AAB-B91B-4BFE-99EE-AD3A78A18797}" srcOrd="12" destOrd="0" presId="urn:microsoft.com/office/officeart/2005/8/layout/vProcess5"/>
    <dgm:cxn modelId="{EDAF9410-CAC7-4EAD-856B-6C013C794301}" type="presParOf" srcId="{90834866-6D3E-4AF2-9FB4-A5436C931814}" destId="{D88DB89E-9F20-4EFF-B3D1-A381208FE5F9}" srcOrd="13" destOrd="0" presId="urn:microsoft.com/office/officeart/2005/8/layout/vProcess5"/>
    <dgm:cxn modelId="{93F3B153-A2EB-4FFE-BFC2-BA2FE8A70B64}" type="presParOf" srcId="{90834866-6D3E-4AF2-9FB4-A5436C931814}" destId="{053260E7-70E1-426A-90FB-8C8E22EABAC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0D299B-1CBA-4A27-92AD-8DCF1B29591C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FEA03CC-5337-4D9A-83B7-D6AFB414A8C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 err="1"/>
            <a:t>CV’s</a:t>
          </a:r>
          <a:endParaRPr lang="en-US" sz="2800"/>
        </a:p>
      </dgm:t>
    </dgm:pt>
    <dgm:pt modelId="{FB4AEF5F-34C9-4508-BDC7-A8DA140D828B}" type="parTrans" cxnId="{C2EAAEB1-AD99-4394-8A8B-799B7634C081}">
      <dgm:prSet/>
      <dgm:spPr/>
      <dgm:t>
        <a:bodyPr/>
        <a:lstStyle/>
        <a:p>
          <a:endParaRPr lang="en-US" sz="3600"/>
        </a:p>
      </dgm:t>
    </dgm:pt>
    <dgm:pt modelId="{4E3F5B4A-20B3-4AD9-A46F-131FE1E493A7}" type="sibTrans" cxnId="{C2EAAEB1-AD99-4394-8A8B-799B7634C081}">
      <dgm:prSet/>
      <dgm:spPr/>
      <dgm:t>
        <a:bodyPr/>
        <a:lstStyle/>
        <a:p>
          <a:endParaRPr lang="en-US" sz="2400"/>
        </a:p>
      </dgm:t>
    </dgm:pt>
    <dgm:pt modelId="{CC000874-6FD5-4D52-AFA7-D28320D8B78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/>
            <a:t>Legislación europea</a:t>
          </a:r>
          <a:endParaRPr lang="en-US" sz="2800"/>
        </a:p>
      </dgm:t>
    </dgm:pt>
    <dgm:pt modelId="{CF14881E-D721-484F-BE11-F16E93CF7458}" type="parTrans" cxnId="{E238AE3B-7FF3-4173-A36D-F55ACE2F5D9B}">
      <dgm:prSet/>
      <dgm:spPr/>
      <dgm:t>
        <a:bodyPr/>
        <a:lstStyle/>
        <a:p>
          <a:endParaRPr lang="en-US" sz="3600"/>
        </a:p>
      </dgm:t>
    </dgm:pt>
    <dgm:pt modelId="{2C644BB8-20B8-4CB9-A21B-2FCCBF42C962}" type="sibTrans" cxnId="{E238AE3B-7FF3-4173-A36D-F55ACE2F5D9B}">
      <dgm:prSet/>
      <dgm:spPr/>
      <dgm:t>
        <a:bodyPr/>
        <a:lstStyle/>
        <a:p>
          <a:endParaRPr lang="en-US" sz="2400"/>
        </a:p>
      </dgm:t>
    </dgm:pt>
    <dgm:pt modelId="{9A01159B-6942-48E5-AEC6-7CD42C93100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/>
            <a:t>Wikipedia</a:t>
          </a:r>
          <a:endParaRPr lang="en-US" sz="2800"/>
        </a:p>
      </dgm:t>
    </dgm:pt>
    <dgm:pt modelId="{1718B582-637D-40A4-B7F1-5DE5393DCDB7}" type="parTrans" cxnId="{E21362E6-17EB-4D17-999F-2F231C8073FA}">
      <dgm:prSet/>
      <dgm:spPr/>
      <dgm:t>
        <a:bodyPr/>
        <a:lstStyle/>
        <a:p>
          <a:endParaRPr lang="en-US" sz="3600"/>
        </a:p>
      </dgm:t>
    </dgm:pt>
    <dgm:pt modelId="{AEF07F89-D69A-4D5D-A10D-FA00E1885ABA}" type="sibTrans" cxnId="{E21362E6-17EB-4D17-999F-2F231C8073FA}">
      <dgm:prSet/>
      <dgm:spPr/>
      <dgm:t>
        <a:bodyPr/>
        <a:lstStyle/>
        <a:p>
          <a:endParaRPr lang="en-US" sz="2400"/>
        </a:p>
      </dgm:t>
    </dgm:pt>
    <dgm:pt modelId="{4A183B2D-5CB3-4593-880B-589875987426}" type="pres">
      <dgm:prSet presAssocID="{150D299B-1CBA-4A27-92AD-8DCF1B29591C}" presName="root" presStyleCnt="0">
        <dgm:presLayoutVars>
          <dgm:dir/>
          <dgm:resizeHandles val="exact"/>
        </dgm:presLayoutVars>
      </dgm:prSet>
      <dgm:spPr/>
    </dgm:pt>
    <dgm:pt modelId="{D898BF5A-1042-4F67-BCA3-1119FC224F7F}" type="pres">
      <dgm:prSet presAssocID="{2FEA03CC-5337-4D9A-83B7-D6AFB414A8CA}" presName="compNode" presStyleCnt="0"/>
      <dgm:spPr/>
    </dgm:pt>
    <dgm:pt modelId="{D721BBE5-87F6-460C-A6D3-49EB40B0C567}" type="pres">
      <dgm:prSet presAssocID="{2FEA03CC-5337-4D9A-83B7-D6AFB414A8CA}" presName="iconBgRect" presStyleLbl="bgShp" presStyleIdx="0" presStyleCnt="3"/>
      <dgm:spPr>
        <a:solidFill>
          <a:srgbClr val="E7E8E9"/>
        </a:solidFill>
      </dgm:spPr>
    </dgm:pt>
    <dgm:pt modelId="{F8597A2B-F40F-43AE-B2DF-E4FF20F67A48}" type="pres">
      <dgm:prSet presAssocID="{2FEA03CC-5337-4D9A-83B7-D6AFB414A8C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DF4336A2-9485-43A4-9F66-81366B96E9DE}" type="pres">
      <dgm:prSet presAssocID="{2FEA03CC-5337-4D9A-83B7-D6AFB414A8CA}" presName="spaceRect" presStyleCnt="0"/>
      <dgm:spPr/>
    </dgm:pt>
    <dgm:pt modelId="{CB8D8D94-03C1-4455-994E-3FBC10718DBE}" type="pres">
      <dgm:prSet presAssocID="{2FEA03CC-5337-4D9A-83B7-D6AFB414A8CA}" presName="textRect" presStyleLbl="revTx" presStyleIdx="0" presStyleCnt="3">
        <dgm:presLayoutVars>
          <dgm:chMax val="1"/>
          <dgm:chPref val="1"/>
        </dgm:presLayoutVars>
      </dgm:prSet>
      <dgm:spPr/>
    </dgm:pt>
    <dgm:pt modelId="{65E45350-37D3-46AA-B8BA-A61DD4BC86A1}" type="pres">
      <dgm:prSet presAssocID="{4E3F5B4A-20B3-4AD9-A46F-131FE1E493A7}" presName="sibTrans" presStyleCnt="0"/>
      <dgm:spPr/>
    </dgm:pt>
    <dgm:pt modelId="{06FC655E-25F6-4D4D-B35C-7E29299AE528}" type="pres">
      <dgm:prSet presAssocID="{CC000874-6FD5-4D52-AFA7-D28320D8B787}" presName="compNode" presStyleCnt="0"/>
      <dgm:spPr/>
    </dgm:pt>
    <dgm:pt modelId="{FA31EB97-A652-4D84-AB80-E16B00798E1B}" type="pres">
      <dgm:prSet presAssocID="{CC000874-6FD5-4D52-AFA7-D28320D8B787}" presName="iconBgRect" presStyleLbl="bgShp" presStyleIdx="1" presStyleCnt="3"/>
      <dgm:spPr>
        <a:solidFill>
          <a:srgbClr val="E7E8E9"/>
        </a:solidFill>
      </dgm:spPr>
    </dgm:pt>
    <dgm:pt modelId="{76214AA4-A3C8-4E9C-B83B-260F76690132}" type="pres">
      <dgm:prSet presAssocID="{CC000874-6FD5-4D52-AFA7-D28320D8B78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7229221-7B01-4A7E-A75C-C455A75D8B1A}" type="pres">
      <dgm:prSet presAssocID="{CC000874-6FD5-4D52-AFA7-D28320D8B787}" presName="spaceRect" presStyleCnt="0"/>
      <dgm:spPr/>
    </dgm:pt>
    <dgm:pt modelId="{374ADF86-7B75-4904-8843-3BFDCD2B663A}" type="pres">
      <dgm:prSet presAssocID="{CC000874-6FD5-4D52-AFA7-D28320D8B787}" presName="textRect" presStyleLbl="revTx" presStyleIdx="1" presStyleCnt="3">
        <dgm:presLayoutVars>
          <dgm:chMax val="1"/>
          <dgm:chPref val="1"/>
        </dgm:presLayoutVars>
      </dgm:prSet>
      <dgm:spPr/>
    </dgm:pt>
    <dgm:pt modelId="{27194346-E37F-4F42-A7A3-BA15F54A92A8}" type="pres">
      <dgm:prSet presAssocID="{2C644BB8-20B8-4CB9-A21B-2FCCBF42C962}" presName="sibTrans" presStyleCnt="0"/>
      <dgm:spPr/>
    </dgm:pt>
    <dgm:pt modelId="{04B88315-CC90-40E8-B5D4-D31E2512496C}" type="pres">
      <dgm:prSet presAssocID="{9A01159B-6942-48E5-AEC6-7CD42C931007}" presName="compNode" presStyleCnt="0"/>
      <dgm:spPr/>
    </dgm:pt>
    <dgm:pt modelId="{4A812C4F-6BE1-41F7-A432-4134909872F5}" type="pres">
      <dgm:prSet presAssocID="{9A01159B-6942-48E5-AEC6-7CD42C931007}" presName="iconBgRect" presStyleLbl="bgShp" presStyleIdx="2" presStyleCnt="3"/>
      <dgm:spPr>
        <a:solidFill>
          <a:srgbClr val="E7E8E9"/>
        </a:solidFill>
      </dgm:spPr>
    </dgm:pt>
    <dgm:pt modelId="{2F3659BB-8657-4E15-AB26-F748DBF12F5C}" type="pres">
      <dgm:prSet presAssocID="{9A01159B-6942-48E5-AEC6-7CD42C93100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3037164-1666-4823-9CC1-537FB7473AD5}" type="pres">
      <dgm:prSet presAssocID="{9A01159B-6942-48E5-AEC6-7CD42C931007}" presName="spaceRect" presStyleCnt="0"/>
      <dgm:spPr/>
    </dgm:pt>
    <dgm:pt modelId="{8FB77A23-DD64-461C-83E4-7F3057B55F79}" type="pres">
      <dgm:prSet presAssocID="{9A01159B-6942-48E5-AEC6-7CD42C9310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F93924-1A28-40E2-9FE7-B3B119F3253A}" type="presOf" srcId="{150D299B-1CBA-4A27-92AD-8DCF1B29591C}" destId="{4A183B2D-5CB3-4593-880B-589875987426}" srcOrd="0" destOrd="0" presId="urn:microsoft.com/office/officeart/2018/5/layout/IconCircleLabelList"/>
    <dgm:cxn modelId="{E238AE3B-7FF3-4173-A36D-F55ACE2F5D9B}" srcId="{150D299B-1CBA-4A27-92AD-8DCF1B29591C}" destId="{CC000874-6FD5-4D52-AFA7-D28320D8B787}" srcOrd="1" destOrd="0" parTransId="{CF14881E-D721-484F-BE11-F16E93CF7458}" sibTransId="{2C644BB8-20B8-4CB9-A21B-2FCCBF42C962}"/>
    <dgm:cxn modelId="{3CA04D3C-BBF0-4EDC-B12D-E970D4D76518}" type="presOf" srcId="{9A01159B-6942-48E5-AEC6-7CD42C931007}" destId="{8FB77A23-DD64-461C-83E4-7F3057B55F79}" srcOrd="0" destOrd="0" presId="urn:microsoft.com/office/officeart/2018/5/layout/IconCircleLabelList"/>
    <dgm:cxn modelId="{57D5443F-D08F-48D2-9E81-270EA6A0E282}" type="presOf" srcId="{2FEA03CC-5337-4D9A-83B7-D6AFB414A8CA}" destId="{CB8D8D94-03C1-4455-994E-3FBC10718DBE}" srcOrd="0" destOrd="0" presId="urn:microsoft.com/office/officeart/2018/5/layout/IconCircleLabelList"/>
    <dgm:cxn modelId="{D046978A-837B-4F66-AA02-34FE264C0A98}" type="presOf" srcId="{CC000874-6FD5-4D52-AFA7-D28320D8B787}" destId="{374ADF86-7B75-4904-8843-3BFDCD2B663A}" srcOrd="0" destOrd="0" presId="urn:microsoft.com/office/officeart/2018/5/layout/IconCircleLabelList"/>
    <dgm:cxn modelId="{C2EAAEB1-AD99-4394-8A8B-799B7634C081}" srcId="{150D299B-1CBA-4A27-92AD-8DCF1B29591C}" destId="{2FEA03CC-5337-4D9A-83B7-D6AFB414A8CA}" srcOrd="0" destOrd="0" parTransId="{FB4AEF5F-34C9-4508-BDC7-A8DA140D828B}" sibTransId="{4E3F5B4A-20B3-4AD9-A46F-131FE1E493A7}"/>
    <dgm:cxn modelId="{E21362E6-17EB-4D17-999F-2F231C8073FA}" srcId="{150D299B-1CBA-4A27-92AD-8DCF1B29591C}" destId="{9A01159B-6942-48E5-AEC6-7CD42C931007}" srcOrd="2" destOrd="0" parTransId="{1718B582-637D-40A4-B7F1-5DE5393DCDB7}" sibTransId="{AEF07F89-D69A-4D5D-A10D-FA00E1885ABA}"/>
    <dgm:cxn modelId="{C1CE64DC-9708-4A4D-A15A-D34ED7D58C1F}" type="presParOf" srcId="{4A183B2D-5CB3-4593-880B-589875987426}" destId="{D898BF5A-1042-4F67-BCA3-1119FC224F7F}" srcOrd="0" destOrd="0" presId="urn:microsoft.com/office/officeart/2018/5/layout/IconCircleLabelList"/>
    <dgm:cxn modelId="{C6EEAD45-37DB-4123-AD04-AB51B13098E4}" type="presParOf" srcId="{D898BF5A-1042-4F67-BCA3-1119FC224F7F}" destId="{D721BBE5-87F6-460C-A6D3-49EB40B0C567}" srcOrd="0" destOrd="0" presId="urn:microsoft.com/office/officeart/2018/5/layout/IconCircleLabelList"/>
    <dgm:cxn modelId="{A3D9DDDB-7CDA-46B5-ABE3-DF8659C21F3B}" type="presParOf" srcId="{D898BF5A-1042-4F67-BCA3-1119FC224F7F}" destId="{F8597A2B-F40F-43AE-B2DF-E4FF20F67A48}" srcOrd="1" destOrd="0" presId="urn:microsoft.com/office/officeart/2018/5/layout/IconCircleLabelList"/>
    <dgm:cxn modelId="{C7AA2271-B85C-4CA7-9F51-F5F25BED2451}" type="presParOf" srcId="{D898BF5A-1042-4F67-BCA3-1119FC224F7F}" destId="{DF4336A2-9485-43A4-9F66-81366B96E9DE}" srcOrd="2" destOrd="0" presId="urn:microsoft.com/office/officeart/2018/5/layout/IconCircleLabelList"/>
    <dgm:cxn modelId="{9B5A75D0-C34B-44D2-A564-5F5DBE8C6253}" type="presParOf" srcId="{D898BF5A-1042-4F67-BCA3-1119FC224F7F}" destId="{CB8D8D94-03C1-4455-994E-3FBC10718DBE}" srcOrd="3" destOrd="0" presId="urn:microsoft.com/office/officeart/2018/5/layout/IconCircleLabelList"/>
    <dgm:cxn modelId="{8431ECD6-CEF0-4408-9198-CC9CFC6DC2FB}" type="presParOf" srcId="{4A183B2D-5CB3-4593-880B-589875987426}" destId="{65E45350-37D3-46AA-B8BA-A61DD4BC86A1}" srcOrd="1" destOrd="0" presId="urn:microsoft.com/office/officeart/2018/5/layout/IconCircleLabelList"/>
    <dgm:cxn modelId="{F5B60EAC-BED6-4EEB-A14B-E28C80F4984E}" type="presParOf" srcId="{4A183B2D-5CB3-4593-880B-589875987426}" destId="{06FC655E-25F6-4D4D-B35C-7E29299AE528}" srcOrd="2" destOrd="0" presId="urn:microsoft.com/office/officeart/2018/5/layout/IconCircleLabelList"/>
    <dgm:cxn modelId="{B8202A35-210D-4823-A6B3-3B5C274EDFA1}" type="presParOf" srcId="{06FC655E-25F6-4D4D-B35C-7E29299AE528}" destId="{FA31EB97-A652-4D84-AB80-E16B00798E1B}" srcOrd="0" destOrd="0" presId="urn:microsoft.com/office/officeart/2018/5/layout/IconCircleLabelList"/>
    <dgm:cxn modelId="{202518A9-410B-4D22-B50E-B545E577AE06}" type="presParOf" srcId="{06FC655E-25F6-4D4D-B35C-7E29299AE528}" destId="{76214AA4-A3C8-4E9C-B83B-260F76690132}" srcOrd="1" destOrd="0" presId="urn:microsoft.com/office/officeart/2018/5/layout/IconCircleLabelList"/>
    <dgm:cxn modelId="{D23BDD05-52D6-4CA4-80EA-C5EACC786475}" type="presParOf" srcId="{06FC655E-25F6-4D4D-B35C-7E29299AE528}" destId="{47229221-7B01-4A7E-A75C-C455A75D8B1A}" srcOrd="2" destOrd="0" presId="urn:microsoft.com/office/officeart/2018/5/layout/IconCircleLabelList"/>
    <dgm:cxn modelId="{4FD24C46-8B3D-4CB3-8349-F09CA0B9FB45}" type="presParOf" srcId="{06FC655E-25F6-4D4D-B35C-7E29299AE528}" destId="{374ADF86-7B75-4904-8843-3BFDCD2B663A}" srcOrd="3" destOrd="0" presId="urn:microsoft.com/office/officeart/2018/5/layout/IconCircleLabelList"/>
    <dgm:cxn modelId="{6D4624C7-7F9A-4C6B-BAAC-9E66EA1404EE}" type="presParOf" srcId="{4A183B2D-5CB3-4593-880B-589875987426}" destId="{27194346-E37F-4F42-A7A3-BA15F54A92A8}" srcOrd="3" destOrd="0" presId="urn:microsoft.com/office/officeart/2018/5/layout/IconCircleLabelList"/>
    <dgm:cxn modelId="{7EB12B4C-251C-47EC-A27E-34A72F4D6C37}" type="presParOf" srcId="{4A183B2D-5CB3-4593-880B-589875987426}" destId="{04B88315-CC90-40E8-B5D4-D31E2512496C}" srcOrd="4" destOrd="0" presId="urn:microsoft.com/office/officeart/2018/5/layout/IconCircleLabelList"/>
    <dgm:cxn modelId="{1B3D8424-61CB-4026-80CC-1B96D9B4D220}" type="presParOf" srcId="{04B88315-CC90-40E8-B5D4-D31E2512496C}" destId="{4A812C4F-6BE1-41F7-A432-4134909872F5}" srcOrd="0" destOrd="0" presId="urn:microsoft.com/office/officeart/2018/5/layout/IconCircleLabelList"/>
    <dgm:cxn modelId="{D5B92090-F31F-4E96-9CE2-0DC7FC0B395F}" type="presParOf" srcId="{04B88315-CC90-40E8-B5D4-D31E2512496C}" destId="{2F3659BB-8657-4E15-AB26-F748DBF12F5C}" srcOrd="1" destOrd="0" presId="urn:microsoft.com/office/officeart/2018/5/layout/IconCircleLabelList"/>
    <dgm:cxn modelId="{A4AC2D5C-1764-4642-AA34-4E1DEFEBF472}" type="presParOf" srcId="{04B88315-CC90-40E8-B5D4-D31E2512496C}" destId="{D3037164-1666-4823-9CC1-537FB7473AD5}" srcOrd="2" destOrd="0" presId="urn:microsoft.com/office/officeart/2018/5/layout/IconCircleLabelList"/>
    <dgm:cxn modelId="{15998EBC-A533-4CB7-8824-377475ACEA4A}" type="presParOf" srcId="{04B88315-CC90-40E8-B5D4-D31E2512496C}" destId="{8FB77A23-DD64-461C-83E4-7F3057B55F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C4E861-0868-47FF-BFCA-93A0A392248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52A6CA-5139-4EB1-B112-78D017F6D12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Procesamiento e ingesta documental</a:t>
          </a:r>
          <a:endParaRPr lang="en-US" sz="2400"/>
        </a:p>
      </dgm:t>
    </dgm:pt>
    <dgm:pt modelId="{41054891-832B-4210-8C13-A4C5DB3CAF66}" type="parTrans" cxnId="{F65A6722-3AFB-48EF-9A99-F8AFCBF229D3}">
      <dgm:prSet/>
      <dgm:spPr/>
      <dgm:t>
        <a:bodyPr/>
        <a:lstStyle/>
        <a:p>
          <a:endParaRPr lang="en-US" sz="2800"/>
        </a:p>
      </dgm:t>
    </dgm:pt>
    <dgm:pt modelId="{A776357F-DDF1-4562-98F8-8B0B42A10003}" type="sibTrans" cxnId="{F65A6722-3AFB-48EF-9A99-F8AFCBF229D3}">
      <dgm:prSet/>
      <dgm:spPr/>
      <dgm:t>
        <a:bodyPr/>
        <a:lstStyle/>
        <a:p>
          <a:endParaRPr lang="en-US" sz="2800"/>
        </a:p>
      </dgm:t>
    </dgm:pt>
    <dgm:pt modelId="{38D9A974-7BA0-4DEF-9507-B2155A48B2E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Representación del conocimiento</a:t>
          </a:r>
          <a:endParaRPr lang="en-US" sz="2400"/>
        </a:p>
      </dgm:t>
    </dgm:pt>
    <dgm:pt modelId="{ED00A0C9-74FA-4BFB-84EA-30487C20F142}" type="parTrans" cxnId="{31518E10-C8F0-4ADB-B9E2-EEAC63E96767}">
      <dgm:prSet/>
      <dgm:spPr/>
      <dgm:t>
        <a:bodyPr/>
        <a:lstStyle/>
        <a:p>
          <a:endParaRPr lang="en-US" sz="2800"/>
        </a:p>
      </dgm:t>
    </dgm:pt>
    <dgm:pt modelId="{769661A2-4087-48AF-9923-4CDA3B7816F2}" type="sibTrans" cxnId="{31518E10-C8F0-4ADB-B9E2-EEAC63E96767}">
      <dgm:prSet/>
      <dgm:spPr/>
      <dgm:t>
        <a:bodyPr/>
        <a:lstStyle/>
        <a:p>
          <a:endParaRPr lang="en-US" sz="2800"/>
        </a:p>
      </dgm:t>
    </dgm:pt>
    <dgm:pt modelId="{C2B509AA-4389-4F64-A5BE-26AC677292B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Estrategias experimentales</a:t>
          </a:r>
          <a:endParaRPr lang="en-US" sz="2400"/>
        </a:p>
      </dgm:t>
    </dgm:pt>
    <dgm:pt modelId="{EAF27205-A741-4F49-9B1C-E30C54131061}" type="sibTrans" cxnId="{DEACED4F-37F4-4DB6-A3D9-148C62EAC31E}">
      <dgm:prSet/>
      <dgm:spPr/>
      <dgm:t>
        <a:bodyPr/>
        <a:lstStyle/>
        <a:p>
          <a:endParaRPr lang="en-US" sz="2800"/>
        </a:p>
      </dgm:t>
    </dgm:pt>
    <dgm:pt modelId="{DAE2D792-A9B0-49A9-B322-AF27492F8A62}" type="parTrans" cxnId="{DEACED4F-37F4-4DB6-A3D9-148C62EAC31E}">
      <dgm:prSet/>
      <dgm:spPr/>
      <dgm:t>
        <a:bodyPr/>
        <a:lstStyle/>
        <a:p>
          <a:endParaRPr lang="en-US" sz="2800"/>
        </a:p>
      </dgm:t>
    </dgm:pt>
    <dgm:pt modelId="{ED9BB023-5A6C-4A95-9385-8E098C67B870}" type="pres">
      <dgm:prSet presAssocID="{6FC4E861-0868-47FF-BFCA-93A0A3922488}" presName="root" presStyleCnt="0">
        <dgm:presLayoutVars>
          <dgm:dir/>
          <dgm:resizeHandles val="exact"/>
        </dgm:presLayoutVars>
      </dgm:prSet>
      <dgm:spPr/>
    </dgm:pt>
    <dgm:pt modelId="{7F2AA2AF-BD60-4D14-92F5-B18C5EF1E2FD}" type="pres">
      <dgm:prSet presAssocID="{4352A6CA-5139-4EB1-B112-78D017F6D12E}" presName="compNode" presStyleCnt="0"/>
      <dgm:spPr/>
    </dgm:pt>
    <dgm:pt modelId="{DD365984-2AD5-4E3F-A8FA-3D2F2EBDE109}" type="pres">
      <dgm:prSet presAssocID="{4352A6CA-5139-4EB1-B112-78D017F6D12E}" presName="iconBgRect" presStyleLbl="bgShp" presStyleIdx="0" presStyleCnt="3"/>
      <dgm:spPr>
        <a:solidFill>
          <a:srgbClr val="E7E8E9"/>
        </a:solidFill>
      </dgm:spPr>
    </dgm:pt>
    <dgm:pt modelId="{82FB9B85-4ED6-4128-9654-0B081E2D6600}" type="pres">
      <dgm:prSet presAssocID="{4352A6CA-5139-4EB1-B112-78D017F6D12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FF6E9B1-96D4-41C2-A794-BB17C3C44C02}" type="pres">
      <dgm:prSet presAssocID="{4352A6CA-5139-4EB1-B112-78D017F6D12E}" presName="spaceRect" presStyleCnt="0"/>
      <dgm:spPr/>
    </dgm:pt>
    <dgm:pt modelId="{DE581EE1-EE5F-4809-A080-E00273BC6AF8}" type="pres">
      <dgm:prSet presAssocID="{4352A6CA-5139-4EB1-B112-78D017F6D12E}" presName="textRect" presStyleLbl="revTx" presStyleIdx="0" presStyleCnt="3">
        <dgm:presLayoutVars>
          <dgm:chMax val="1"/>
          <dgm:chPref val="1"/>
        </dgm:presLayoutVars>
      </dgm:prSet>
      <dgm:spPr/>
    </dgm:pt>
    <dgm:pt modelId="{0560F99B-AB12-48EA-9901-4DBA2C44A01E}" type="pres">
      <dgm:prSet presAssocID="{A776357F-DDF1-4562-98F8-8B0B42A10003}" presName="sibTrans" presStyleCnt="0"/>
      <dgm:spPr/>
    </dgm:pt>
    <dgm:pt modelId="{FCE91B87-69D2-4B30-9612-C46184D2F645}" type="pres">
      <dgm:prSet presAssocID="{38D9A974-7BA0-4DEF-9507-B2155A48B2E1}" presName="compNode" presStyleCnt="0"/>
      <dgm:spPr/>
    </dgm:pt>
    <dgm:pt modelId="{1220C838-E784-4DA3-9273-0B76679392BD}" type="pres">
      <dgm:prSet presAssocID="{38D9A974-7BA0-4DEF-9507-B2155A48B2E1}" presName="iconBgRect" presStyleLbl="bgShp" presStyleIdx="1" presStyleCnt="3"/>
      <dgm:spPr>
        <a:solidFill>
          <a:srgbClr val="E7E8E9"/>
        </a:solidFill>
      </dgm:spPr>
    </dgm:pt>
    <dgm:pt modelId="{33CA0072-5D85-4C2D-B8D7-8FF03FEEEE56}" type="pres">
      <dgm:prSet presAssocID="{38D9A974-7BA0-4DEF-9507-B2155A48B2E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A4F87EE-0AAB-4D70-B045-9D6FC4E82AE5}" type="pres">
      <dgm:prSet presAssocID="{38D9A974-7BA0-4DEF-9507-B2155A48B2E1}" presName="spaceRect" presStyleCnt="0"/>
      <dgm:spPr/>
    </dgm:pt>
    <dgm:pt modelId="{67F868FC-6A9E-4AC8-8F97-849B789B1334}" type="pres">
      <dgm:prSet presAssocID="{38D9A974-7BA0-4DEF-9507-B2155A48B2E1}" presName="textRect" presStyleLbl="revTx" presStyleIdx="1" presStyleCnt="3">
        <dgm:presLayoutVars>
          <dgm:chMax val="1"/>
          <dgm:chPref val="1"/>
        </dgm:presLayoutVars>
      </dgm:prSet>
      <dgm:spPr/>
    </dgm:pt>
    <dgm:pt modelId="{15CE007F-AC3D-498F-AE5B-6BF08159EE64}" type="pres">
      <dgm:prSet presAssocID="{769661A2-4087-48AF-9923-4CDA3B7816F2}" presName="sibTrans" presStyleCnt="0"/>
      <dgm:spPr/>
    </dgm:pt>
    <dgm:pt modelId="{C40E5717-A10B-4270-80E1-B369BC66D561}" type="pres">
      <dgm:prSet presAssocID="{C2B509AA-4389-4F64-A5BE-26AC677292B9}" presName="compNode" presStyleCnt="0"/>
      <dgm:spPr/>
    </dgm:pt>
    <dgm:pt modelId="{C76CD1A8-3DDA-4987-94EF-AA23A7E91872}" type="pres">
      <dgm:prSet presAssocID="{C2B509AA-4389-4F64-A5BE-26AC677292B9}" presName="iconBgRect" presStyleLbl="bgShp" presStyleIdx="2" presStyleCnt="3"/>
      <dgm:spPr>
        <a:solidFill>
          <a:srgbClr val="E7E8E9"/>
        </a:solidFill>
      </dgm:spPr>
    </dgm:pt>
    <dgm:pt modelId="{33CD03E7-11AA-490F-B72B-876FA37F7EF2}" type="pres">
      <dgm:prSet presAssocID="{C2B509AA-4389-4F64-A5BE-26AC677292B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C6B8777-DF33-416A-8B56-B1CC15172D5A}" type="pres">
      <dgm:prSet presAssocID="{C2B509AA-4389-4F64-A5BE-26AC677292B9}" presName="spaceRect" presStyleCnt="0"/>
      <dgm:spPr/>
    </dgm:pt>
    <dgm:pt modelId="{6449CBB3-612D-47FF-B051-D920A777D74F}" type="pres">
      <dgm:prSet presAssocID="{C2B509AA-4389-4F64-A5BE-26AC677292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1518E10-C8F0-4ADB-B9E2-EEAC63E96767}" srcId="{6FC4E861-0868-47FF-BFCA-93A0A3922488}" destId="{38D9A974-7BA0-4DEF-9507-B2155A48B2E1}" srcOrd="1" destOrd="0" parTransId="{ED00A0C9-74FA-4BFB-84EA-30487C20F142}" sibTransId="{769661A2-4087-48AF-9923-4CDA3B7816F2}"/>
    <dgm:cxn modelId="{F65A6722-3AFB-48EF-9A99-F8AFCBF229D3}" srcId="{6FC4E861-0868-47FF-BFCA-93A0A3922488}" destId="{4352A6CA-5139-4EB1-B112-78D017F6D12E}" srcOrd="0" destOrd="0" parTransId="{41054891-832B-4210-8C13-A4C5DB3CAF66}" sibTransId="{A776357F-DDF1-4562-98F8-8B0B42A10003}"/>
    <dgm:cxn modelId="{4AAF1A44-17C0-47AD-B908-F882A6D4208E}" type="presOf" srcId="{38D9A974-7BA0-4DEF-9507-B2155A48B2E1}" destId="{67F868FC-6A9E-4AC8-8F97-849B789B1334}" srcOrd="0" destOrd="0" presId="urn:microsoft.com/office/officeart/2018/5/layout/IconCircleLabelList"/>
    <dgm:cxn modelId="{DEACED4F-37F4-4DB6-A3D9-148C62EAC31E}" srcId="{6FC4E861-0868-47FF-BFCA-93A0A3922488}" destId="{C2B509AA-4389-4F64-A5BE-26AC677292B9}" srcOrd="2" destOrd="0" parTransId="{DAE2D792-A9B0-49A9-B322-AF27492F8A62}" sibTransId="{EAF27205-A741-4F49-9B1C-E30C54131061}"/>
    <dgm:cxn modelId="{E989D3CC-1F4F-4470-9CB4-53452E23DD02}" type="presOf" srcId="{C2B509AA-4389-4F64-A5BE-26AC677292B9}" destId="{6449CBB3-612D-47FF-B051-D920A777D74F}" srcOrd="0" destOrd="0" presId="urn:microsoft.com/office/officeart/2018/5/layout/IconCircleLabelList"/>
    <dgm:cxn modelId="{806A8FDD-DDD6-48B7-99F1-0931554CAB48}" type="presOf" srcId="{4352A6CA-5139-4EB1-B112-78D017F6D12E}" destId="{DE581EE1-EE5F-4809-A080-E00273BC6AF8}" srcOrd="0" destOrd="0" presId="urn:microsoft.com/office/officeart/2018/5/layout/IconCircleLabelList"/>
    <dgm:cxn modelId="{E9A8DCE7-C67E-4FB7-A75C-A20DC8156137}" type="presOf" srcId="{6FC4E861-0868-47FF-BFCA-93A0A3922488}" destId="{ED9BB023-5A6C-4A95-9385-8E098C67B870}" srcOrd="0" destOrd="0" presId="urn:microsoft.com/office/officeart/2018/5/layout/IconCircleLabelList"/>
    <dgm:cxn modelId="{9BBC6719-B09E-4CB0-91DA-24CCE6A25559}" type="presParOf" srcId="{ED9BB023-5A6C-4A95-9385-8E098C67B870}" destId="{7F2AA2AF-BD60-4D14-92F5-B18C5EF1E2FD}" srcOrd="0" destOrd="0" presId="urn:microsoft.com/office/officeart/2018/5/layout/IconCircleLabelList"/>
    <dgm:cxn modelId="{BFE39EF5-AE1F-4E7A-A40D-08DE98C686AB}" type="presParOf" srcId="{7F2AA2AF-BD60-4D14-92F5-B18C5EF1E2FD}" destId="{DD365984-2AD5-4E3F-A8FA-3D2F2EBDE109}" srcOrd="0" destOrd="0" presId="urn:microsoft.com/office/officeart/2018/5/layout/IconCircleLabelList"/>
    <dgm:cxn modelId="{67E02405-856E-4934-829A-47E6974BFBF1}" type="presParOf" srcId="{7F2AA2AF-BD60-4D14-92F5-B18C5EF1E2FD}" destId="{82FB9B85-4ED6-4128-9654-0B081E2D6600}" srcOrd="1" destOrd="0" presId="urn:microsoft.com/office/officeart/2018/5/layout/IconCircleLabelList"/>
    <dgm:cxn modelId="{877BFEFF-109D-48D0-A93B-8D9A11E37915}" type="presParOf" srcId="{7F2AA2AF-BD60-4D14-92F5-B18C5EF1E2FD}" destId="{2FF6E9B1-96D4-41C2-A794-BB17C3C44C02}" srcOrd="2" destOrd="0" presId="urn:microsoft.com/office/officeart/2018/5/layout/IconCircleLabelList"/>
    <dgm:cxn modelId="{C46335A9-CA43-4457-AEDD-A52C817F1AAE}" type="presParOf" srcId="{7F2AA2AF-BD60-4D14-92F5-B18C5EF1E2FD}" destId="{DE581EE1-EE5F-4809-A080-E00273BC6AF8}" srcOrd="3" destOrd="0" presId="urn:microsoft.com/office/officeart/2018/5/layout/IconCircleLabelList"/>
    <dgm:cxn modelId="{D2B198D5-CEC1-471B-B98D-320F06A61519}" type="presParOf" srcId="{ED9BB023-5A6C-4A95-9385-8E098C67B870}" destId="{0560F99B-AB12-48EA-9901-4DBA2C44A01E}" srcOrd="1" destOrd="0" presId="urn:microsoft.com/office/officeart/2018/5/layout/IconCircleLabelList"/>
    <dgm:cxn modelId="{756B1377-5BBB-4035-92AE-4D355947DE13}" type="presParOf" srcId="{ED9BB023-5A6C-4A95-9385-8E098C67B870}" destId="{FCE91B87-69D2-4B30-9612-C46184D2F645}" srcOrd="2" destOrd="0" presId="urn:microsoft.com/office/officeart/2018/5/layout/IconCircleLabelList"/>
    <dgm:cxn modelId="{E662642E-58F0-4BB3-B2B5-2D2B155811EA}" type="presParOf" srcId="{FCE91B87-69D2-4B30-9612-C46184D2F645}" destId="{1220C838-E784-4DA3-9273-0B76679392BD}" srcOrd="0" destOrd="0" presId="urn:microsoft.com/office/officeart/2018/5/layout/IconCircleLabelList"/>
    <dgm:cxn modelId="{9576445F-BD4E-4F33-BF58-7BDDBCC04102}" type="presParOf" srcId="{FCE91B87-69D2-4B30-9612-C46184D2F645}" destId="{33CA0072-5D85-4C2D-B8D7-8FF03FEEEE56}" srcOrd="1" destOrd="0" presId="urn:microsoft.com/office/officeart/2018/5/layout/IconCircleLabelList"/>
    <dgm:cxn modelId="{9EFDE591-0653-4B8A-9B48-B66DD7197BCF}" type="presParOf" srcId="{FCE91B87-69D2-4B30-9612-C46184D2F645}" destId="{DA4F87EE-0AAB-4D70-B045-9D6FC4E82AE5}" srcOrd="2" destOrd="0" presId="urn:microsoft.com/office/officeart/2018/5/layout/IconCircleLabelList"/>
    <dgm:cxn modelId="{0901081C-73A3-455B-890E-70837BC81FDB}" type="presParOf" srcId="{FCE91B87-69D2-4B30-9612-C46184D2F645}" destId="{67F868FC-6A9E-4AC8-8F97-849B789B1334}" srcOrd="3" destOrd="0" presId="urn:microsoft.com/office/officeart/2018/5/layout/IconCircleLabelList"/>
    <dgm:cxn modelId="{5571F9D7-13F7-402E-909C-C54F946DE013}" type="presParOf" srcId="{ED9BB023-5A6C-4A95-9385-8E098C67B870}" destId="{15CE007F-AC3D-498F-AE5B-6BF08159EE64}" srcOrd="3" destOrd="0" presId="urn:microsoft.com/office/officeart/2018/5/layout/IconCircleLabelList"/>
    <dgm:cxn modelId="{2CC14232-7582-4E6A-95F0-2055573A5BDE}" type="presParOf" srcId="{ED9BB023-5A6C-4A95-9385-8E098C67B870}" destId="{C40E5717-A10B-4270-80E1-B369BC66D561}" srcOrd="4" destOrd="0" presId="urn:microsoft.com/office/officeart/2018/5/layout/IconCircleLabelList"/>
    <dgm:cxn modelId="{28934C35-5B03-457B-BA3C-D214DF7E03F2}" type="presParOf" srcId="{C40E5717-A10B-4270-80E1-B369BC66D561}" destId="{C76CD1A8-3DDA-4987-94EF-AA23A7E91872}" srcOrd="0" destOrd="0" presId="urn:microsoft.com/office/officeart/2018/5/layout/IconCircleLabelList"/>
    <dgm:cxn modelId="{0B503DE5-E62B-4505-8B6E-075667D393DF}" type="presParOf" srcId="{C40E5717-A10B-4270-80E1-B369BC66D561}" destId="{33CD03E7-11AA-490F-B72B-876FA37F7EF2}" srcOrd="1" destOrd="0" presId="urn:microsoft.com/office/officeart/2018/5/layout/IconCircleLabelList"/>
    <dgm:cxn modelId="{19C676BE-4F36-4B57-860F-8C3F10066965}" type="presParOf" srcId="{C40E5717-A10B-4270-80E1-B369BC66D561}" destId="{AC6B8777-DF33-416A-8B56-B1CC15172D5A}" srcOrd="2" destOrd="0" presId="urn:microsoft.com/office/officeart/2018/5/layout/IconCircleLabelList"/>
    <dgm:cxn modelId="{40F46275-0351-4535-93EC-357C3E90371C}" type="presParOf" srcId="{C40E5717-A10B-4270-80E1-B369BC66D561}" destId="{6449CBB3-612D-47FF-B051-D920A777D7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8C322-D8BF-44BB-A993-EFCFFD789231}">
      <dsp:nvSpPr>
        <dsp:cNvPr id="0" name=""/>
        <dsp:cNvSpPr/>
      </dsp:nvSpPr>
      <dsp:spPr>
        <a:xfrm>
          <a:off x="0" y="0"/>
          <a:ext cx="8803446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Recopilación de datos</a:t>
          </a:r>
        </a:p>
      </dsp:txBody>
      <dsp:txXfrm>
        <a:off x="22940" y="22940"/>
        <a:ext cx="7866630" cy="737360"/>
      </dsp:txXfrm>
    </dsp:sp>
    <dsp:sp modelId="{FA7804D5-4C68-4188-9646-BB15B56E4CE1}">
      <dsp:nvSpPr>
        <dsp:cNvPr id="0" name=""/>
        <dsp:cNvSpPr/>
      </dsp:nvSpPr>
      <dsp:spPr>
        <a:xfrm>
          <a:off x="657400" y="892024"/>
          <a:ext cx="8803446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36400"/>
            <a:satOff val="-14223"/>
            <a:lumOff val="9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Procesamiento e ingesta documental</a:t>
          </a:r>
        </a:p>
      </dsp:txBody>
      <dsp:txXfrm>
        <a:off x="680340" y="914964"/>
        <a:ext cx="7591060" cy="737360"/>
      </dsp:txXfrm>
    </dsp:sp>
    <dsp:sp modelId="{3277F692-5F01-4618-8D88-1D362450DCC5}">
      <dsp:nvSpPr>
        <dsp:cNvPr id="0" name=""/>
        <dsp:cNvSpPr/>
      </dsp:nvSpPr>
      <dsp:spPr>
        <a:xfrm>
          <a:off x="1314800" y="1784048"/>
          <a:ext cx="8803446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Investigación sobre grafos de conocimiento</a:t>
          </a:r>
        </a:p>
      </dsp:txBody>
      <dsp:txXfrm>
        <a:off x="1337740" y="1806988"/>
        <a:ext cx="7591060" cy="737360"/>
      </dsp:txXfrm>
    </dsp:sp>
    <dsp:sp modelId="{1296D7A5-42CC-42A9-9258-40C343169173}">
      <dsp:nvSpPr>
        <dsp:cNvPr id="0" name=""/>
        <dsp:cNvSpPr/>
      </dsp:nvSpPr>
      <dsp:spPr>
        <a:xfrm>
          <a:off x="1972200" y="2676072"/>
          <a:ext cx="8803446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09199"/>
            <a:satOff val="-42669"/>
            <a:lumOff val="28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Investigación sobre procesamiento en paralelo</a:t>
          </a:r>
        </a:p>
      </dsp:txBody>
      <dsp:txXfrm>
        <a:off x="1995140" y="2699012"/>
        <a:ext cx="7591060" cy="737360"/>
      </dsp:txXfrm>
    </dsp:sp>
    <dsp:sp modelId="{C4CAE690-9F38-4F52-8CF6-165F88FC618D}">
      <dsp:nvSpPr>
        <dsp:cNvPr id="0" name=""/>
        <dsp:cNvSpPr/>
      </dsp:nvSpPr>
      <dsp:spPr>
        <a:xfrm>
          <a:off x="2629601" y="3568097"/>
          <a:ext cx="8803446" cy="783240"/>
        </a:xfrm>
        <a:prstGeom prst="roundRect">
          <a:avLst>
            <a:gd name="adj" fmla="val 10000"/>
          </a:avLst>
        </a:prstGeom>
        <a:solidFill>
          <a:srgbClr val="8598A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Evaluación y benchmarking</a:t>
          </a:r>
        </a:p>
      </dsp:txBody>
      <dsp:txXfrm>
        <a:off x="2652541" y="3591037"/>
        <a:ext cx="7591060" cy="737360"/>
      </dsp:txXfrm>
    </dsp:sp>
    <dsp:sp modelId="{90B7CC94-BF9A-4EAB-AD3F-AD8AFF656B45}">
      <dsp:nvSpPr>
        <dsp:cNvPr id="0" name=""/>
        <dsp:cNvSpPr/>
      </dsp:nvSpPr>
      <dsp:spPr>
        <a:xfrm>
          <a:off x="8294340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8408889" y="572200"/>
        <a:ext cx="280008" cy="383102"/>
      </dsp:txXfrm>
    </dsp:sp>
    <dsp:sp modelId="{8AA54457-B260-4B00-AA3C-FBB7D925919B}">
      <dsp:nvSpPr>
        <dsp:cNvPr id="0" name=""/>
        <dsp:cNvSpPr/>
      </dsp:nvSpPr>
      <dsp:spPr>
        <a:xfrm>
          <a:off x="8951740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9066289" y="1464225"/>
        <a:ext cx="280008" cy="383102"/>
      </dsp:txXfrm>
    </dsp:sp>
    <dsp:sp modelId="{08B99042-0B26-432C-BF5C-9948253764BC}">
      <dsp:nvSpPr>
        <dsp:cNvPr id="0" name=""/>
        <dsp:cNvSpPr/>
      </dsp:nvSpPr>
      <dsp:spPr>
        <a:xfrm>
          <a:off x="9609140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9723689" y="2343195"/>
        <a:ext cx="280008" cy="383102"/>
      </dsp:txXfrm>
    </dsp:sp>
    <dsp:sp modelId="{BDF6AD3D-AEFD-44BA-8A80-4386566FCA7A}">
      <dsp:nvSpPr>
        <dsp:cNvPr id="0" name=""/>
        <dsp:cNvSpPr/>
      </dsp:nvSpPr>
      <dsp:spPr>
        <a:xfrm>
          <a:off x="10266541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10381090" y="3243922"/>
        <a:ext cx="280008" cy="383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1BBE5-87F6-460C-A6D3-49EB40B0C567}">
      <dsp:nvSpPr>
        <dsp:cNvPr id="0" name=""/>
        <dsp:cNvSpPr/>
      </dsp:nvSpPr>
      <dsp:spPr>
        <a:xfrm>
          <a:off x="718664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97A2B-F40F-43AE-B2DF-E4FF20F67A48}">
      <dsp:nvSpPr>
        <dsp:cNvPr id="0" name=""/>
        <dsp:cNvSpPr/>
      </dsp:nvSpPr>
      <dsp:spPr>
        <a:xfrm>
          <a:off x="1135476" y="54026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D8D94-03C1-4455-994E-3FBC10718DBE}">
      <dsp:nvSpPr>
        <dsp:cNvPr id="0" name=""/>
        <dsp:cNvSpPr/>
      </dsp:nvSpPr>
      <dsp:spPr>
        <a:xfrm>
          <a:off x="93445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 err="1"/>
            <a:t>CV’s</a:t>
          </a:r>
          <a:endParaRPr lang="en-US" sz="2800" kern="1200"/>
        </a:p>
      </dsp:txBody>
      <dsp:txXfrm>
        <a:off x="93445" y="2688452"/>
        <a:ext cx="3206250" cy="877500"/>
      </dsp:txXfrm>
    </dsp:sp>
    <dsp:sp modelId="{FA31EB97-A652-4D84-AB80-E16B00798E1B}">
      <dsp:nvSpPr>
        <dsp:cNvPr id="0" name=""/>
        <dsp:cNvSpPr/>
      </dsp:nvSpPr>
      <dsp:spPr>
        <a:xfrm>
          <a:off x="4486008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14AA4-A3C8-4E9C-B83B-260F76690132}">
      <dsp:nvSpPr>
        <dsp:cNvPr id="0" name=""/>
        <dsp:cNvSpPr/>
      </dsp:nvSpPr>
      <dsp:spPr>
        <a:xfrm>
          <a:off x="4902820" y="54026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ADF86-7B75-4904-8843-3BFDCD2B663A}">
      <dsp:nvSpPr>
        <dsp:cNvPr id="0" name=""/>
        <dsp:cNvSpPr/>
      </dsp:nvSpPr>
      <dsp:spPr>
        <a:xfrm>
          <a:off x="3860789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/>
            <a:t>Legislación europea</a:t>
          </a:r>
          <a:endParaRPr lang="en-US" sz="2800" kern="1200"/>
        </a:p>
      </dsp:txBody>
      <dsp:txXfrm>
        <a:off x="3860789" y="2688452"/>
        <a:ext cx="3206250" cy="877500"/>
      </dsp:txXfrm>
    </dsp:sp>
    <dsp:sp modelId="{4A812C4F-6BE1-41F7-A432-4134909872F5}">
      <dsp:nvSpPr>
        <dsp:cNvPr id="0" name=""/>
        <dsp:cNvSpPr/>
      </dsp:nvSpPr>
      <dsp:spPr>
        <a:xfrm>
          <a:off x="8253352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659BB-8657-4E15-AB26-F748DBF12F5C}">
      <dsp:nvSpPr>
        <dsp:cNvPr id="0" name=""/>
        <dsp:cNvSpPr/>
      </dsp:nvSpPr>
      <dsp:spPr>
        <a:xfrm>
          <a:off x="8670164" y="54026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77A23-DD64-461C-83E4-7F3057B55F79}">
      <dsp:nvSpPr>
        <dsp:cNvPr id="0" name=""/>
        <dsp:cNvSpPr/>
      </dsp:nvSpPr>
      <dsp:spPr>
        <a:xfrm>
          <a:off x="7628133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/>
            <a:t>Wikipedia</a:t>
          </a:r>
          <a:endParaRPr lang="en-US" sz="2800" kern="1200"/>
        </a:p>
      </dsp:txBody>
      <dsp:txXfrm>
        <a:off x="7628133" y="2688452"/>
        <a:ext cx="3206250" cy="87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65984-2AD5-4E3F-A8FA-3D2F2EBDE109}">
      <dsp:nvSpPr>
        <dsp:cNvPr id="0" name=""/>
        <dsp:cNvSpPr/>
      </dsp:nvSpPr>
      <dsp:spPr>
        <a:xfrm>
          <a:off x="674338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B9B85-4ED6-4128-9654-0B081E2D6600}">
      <dsp:nvSpPr>
        <dsp:cNvPr id="0" name=""/>
        <dsp:cNvSpPr/>
      </dsp:nvSpPr>
      <dsp:spPr>
        <a:xfrm>
          <a:off x="1113088" y="80265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81EE1-EE5F-4809-A080-E00273BC6AF8}">
      <dsp:nvSpPr>
        <dsp:cNvPr id="0" name=""/>
        <dsp:cNvSpPr/>
      </dsp:nvSpPr>
      <dsp:spPr>
        <a:xfrm>
          <a:off x="16213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Procesamiento e ingesta documental</a:t>
          </a:r>
          <a:endParaRPr lang="en-US" sz="2400" kern="1200"/>
        </a:p>
      </dsp:txBody>
      <dsp:txXfrm>
        <a:off x="16213" y="3063902"/>
        <a:ext cx="3375000" cy="765000"/>
      </dsp:txXfrm>
    </dsp:sp>
    <dsp:sp modelId="{1220C838-E784-4DA3-9273-0B76679392BD}">
      <dsp:nvSpPr>
        <dsp:cNvPr id="0" name=""/>
        <dsp:cNvSpPr/>
      </dsp:nvSpPr>
      <dsp:spPr>
        <a:xfrm>
          <a:off x="4639964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A0072-5D85-4C2D-B8D7-8FF03FEEEE56}">
      <dsp:nvSpPr>
        <dsp:cNvPr id="0" name=""/>
        <dsp:cNvSpPr/>
      </dsp:nvSpPr>
      <dsp:spPr>
        <a:xfrm>
          <a:off x="5078714" y="80265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868FC-6A9E-4AC8-8F97-849B789B1334}">
      <dsp:nvSpPr>
        <dsp:cNvPr id="0" name=""/>
        <dsp:cNvSpPr/>
      </dsp:nvSpPr>
      <dsp:spPr>
        <a:xfrm>
          <a:off x="3981839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Representación del conocimiento</a:t>
          </a:r>
          <a:endParaRPr lang="en-US" sz="2400" kern="1200"/>
        </a:p>
      </dsp:txBody>
      <dsp:txXfrm>
        <a:off x="3981839" y="3063902"/>
        <a:ext cx="3375000" cy="765000"/>
      </dsp:txXfrm>
    </dsp:sp>
    <dsp:sp modelId="{C76CD1A8-3DDA-4987-94EF-AA23A7E91872}">
      <dsp:nvSpPr>
        <dsp:cNvPr id="0" name=""/>
        <dsp:cNvSpPr/>
      </dsp:nvSpPr>
      <dsp:spPr>
        <a:xfrm>
          <a:off x="8605589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D03E7-11AA-490F-B72B-876FA37F7EF2}">
      <dsp:nvSpPr>
        <dsp:cNvPr id="0" name=""/>
        <dsp:cNvSpPr/>
      </dsp:nvSpPr>
      <dsp:spPr>
        <a:xfrm>
          <a:off x="9044339" y="80265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9CBB3-612D-47FF-B051-D920A777D74F}">
      <dsp:nvSpPr>
        <dsp:cNvPr id="0" name=""/>
        <dsp:cNvSpPr/>
      </dsp:nvSpPr>
      <dsp:spPr>
        <a:xfrm>
          <a:off x="7947464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Estrategias experimentales</a:t>
          </a:r>
          <a:endParaRPr lang="en-US" sz="2400" kern="1200"/>
        </a:p>
      </dsp:txBody>
      <dsp:txXfrm>
        <a:off x="7947464" y="3063902"/>
        <a:ext cx="3375000" cy="76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DA3B7-DF4B-4512-9353-21E7A8669511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79901-12C0-4769-AE20-E86B9F6176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60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86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Recopilación de datos</a:t>
            </a:r>
          </a:p>
          <a:p>
            <a:r>
              <a:rPr lang="es-ES"/>
              <a:t>Procesamiento e ingesta documental</a:t>
            </a:r>
          </a:p>
          <a:p>
            <a:r>
              <a:rPr lang="es-ES"/>
              <a:t>Indexación vectorial</a:t>
            </a:r>
          </a:p>
          <a:p>
            <a:r>
              <a:rPr lang="es-ES"/>
              <a:t>Grafos de conocimiento</a:t>
            </a:r>
          </a:p>
          <a:p>
            <a:r>
              <a:rPr lang="es-ES"/>
              <a:t>Generación </a:t>
            </a:r>
            <a:r>
              <a:rPr lang="es-ES" err="1"/>
              <a:t>multiidioma</a:t>
            </a:r>
            <a:endParaRPr lang="es-ES"/>
          </a:p>
          <a:p>
            <a:r>
              <a:rPr lang="es-ES"/>
              <a:t>Evaluación y benchmarking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194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Un sistema RAG responde preguntas combinando el uso de </a:t>
            </a:r>
            <a:r>
              <a:rPr lang="es-ES" err="1"/>
              <a:t>LLMs</a:t>
            </a:r>
            <a:r>
              <a:rPr lang="es-ES"/>
              <a:t> con fuentes de conocimiento específicas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2223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8529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Un sistema RAG responde preguntas combinando el uso de </a:t>
            </a:r>
            <a:r>
              <a:rPr lang="es-ES" err="1"/>
              <a:t>LLMs</a:t>
            </a:r>
            <a:r>
              <a:rPr lang="es-ES"/>
              <a:t> con fuentes de conocimiento específicas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328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753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522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097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1110-9172-FA41-1E66-944DF58A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36DA36E-6045-9CF5-E5DB-87EA33779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CA6408-4518-AB67-47C3-544D51E77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B9E248-61AE-8EDD-255A-732B5ADF7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990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2B3A9-4244-C66D-F256-56A96E853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468BD3-0075-DDA6-9512-BD3CB3AA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59025-C91F-C9A7-F323-05AF6AFF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F1EA1-29C1-358B-5351-7B1AD3A8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2B2A8-AB31-FDDB-82C1-C7C203F4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21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71F0F-E9FD-055A-53AC-84E3A10B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AB9B2-41A0-E7ED-84E3-57296130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1319C-DF03-6D1C-4448-B6D35FDF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78443-04B5-DDA6-6A60-E1EE46C1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D0B86D-DE92-00F2-A22C-91F36D9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3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5049-D789-EC70-4187-9F21B263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88483-66A3-D6A0-8F1C-3E2C07494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34B58-43BF-E99D-C0E4-8EB4B454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F0BED-3827-4E7D-6890-D24267A3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0608-3543-8815-8BA0-96C75BC6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33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CB3CA-F909-E3A0-C4F5-52D12C5A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EE17F-77D3-ED50-1D2E-9FB1439C2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7B6804-1AB5-B3DA-B905-36CEE7612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B62E2D-AD60-B8CB-B600-D26EE817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C14868-165E-C7BC-8B36-4A125F99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E84B3-625F-A839-0958-77752CE3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47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0BDA6-2F60-3618-471F-5D106B3C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986FC-0BC9-5963-8D29-440FA2DC9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98A0C-7D79-7B2E-15AF-3DBFDA62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B4363-A532-8399-864D-D4A62AE95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C03C35-4B77-FDF6-B139-F06296307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407CAA-D361-BBFB-A029-28E182C6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A950C8-78CF-6075-E7A9-D7667E54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D209F4-1804-C0BA-E8C3-4080805D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57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EB8EA-52AB-6D6E-AF67-0265E845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0B64B-D19B-8264-3384-9D930FFB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8A51AB-B8C2-E727-2F24-AAF3C94A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D53D55-CDC5-03B4-E784-3D053648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462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0F3146-9460-F996-A256-2019A6A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BD0FE0-081C-4C9D-8DC0-BA48E56E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6F93A9-E030-50F6-248F-CE3207CC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72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3B15B-623D-0EE1-090A-1BE7DC3F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0A30EA-966C-8AE9-9041-2AA4AE55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EFA58-20B1-80B1-CBBF-9B7A51D0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2DE3E1-27C4-3FBD-BEC4-AFCC57AD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D7D89A-CD85-A308-69AF-3947C351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66B759-8DEB-1B7D-1CCD-A8522AD9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97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A6567-B976-8603-C182-9D1E86A7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FD9446-7AB9-7DC7-7AE4-F987CDE92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F4520-3DC6-862E-2801-B5E19D13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879B24-1948-B54B-A314-22578C33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945E4D-7577-F341-8ACD-73DBABF4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8F270E-1E4E-A09B-ADDE-8E6CD29D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31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0E53A-D324-68CC-EF48-15593B02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A2A314-057A-AD99-C2C6-F31001EE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A02DF2-0BD4-C0B4-2C95-40542E1E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2C29E-3D88-5D06-75E0-BD6070EA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241FB-B974-ADDA-1FE7-BA849DAA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723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EB41E2-C88E-7488-BAD6-BAD105136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3C137-0824-F4EC-C880-C8E568CF7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7B481-5550-2CD5-AA5A-88210A0B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E6E8C5-BFE3-624F-EBF1-054985FB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2E354-FD61-B410-4691-614FD455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84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B8FD55-A476-1524-23F9-888773FA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AF6BE2-0CD6-FF82-3196-3E4987BE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6B671A-EFE0-7B4B-D828-5EE4152F0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38AF1-FF45-4AF1-AEA9-0AA3EBC94766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00AC0-E78E-59E0-4FF8-A5AF4EDCA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78712-2718-9195-89DA-011E444FE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8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22ADF-5EA2-1F1E-7A57-3D0409420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s-ES" sz="4800">
                <a:solidFill>
                  <a:srgbClr val="FFFFFF"/>
                </a:solidFill>
              </a:rPr>
              <a:t>Desarrollo sistema RAG</a:t>
            </a: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7164F-BC27-5F0D-3C21-6DECCB69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Autor: Sofía Negueruela Avellaneda</a:t>
            </a:r>
          </a:p>
          <a:p>
            <a:pPr algn="l"/>
            <a:r>
              <a:rPr lang="es-ES">
                <a:solidFill>
                  <a:srgbClr val="FFFFFF"/>
                </a:solidFill>
              </a:rPr>
              <a:t>Director: Nicolás Pérez Beltrán</a:t>
            </a:r>
          </a:p>
        </p:txBody>
      </p:sp>
    </p:spTree>
    <p:extLst>
      <p:ext uri="{BB962C8B-B14F-4D97-AF65-F5344CB8AC3E}">
        <p14:creationId xmlns:p14="http://schemas.microsoft.com/office/powerpoint/2010/main" val="29251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6AD63-0932-AD98-022F-89996398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Metodología de trabajo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BE844CF-2D5E-A1A4-0D6C-32334BF62D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0116178"/>
              </p:ext>
            </p:extLst>
          </p:nvPr>
        </p:nvGraphicFramePr>
        <p:xfrm>
          <a:off x="379476" y="1924820"/>
          <a:ext cx="1143304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8037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AA0753-A72B-EF0E-1B34-E81763311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38013-4CD0-0C00-ACF3-DC51DCA25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 sz="2400"/>
              <a:t>  Procesamiento </a:t>
            </a:r>
            <a:r>
              <a:rPr lang="es-ES" sz="2400" err="1"/>
              <a:t>Multiidioma</a:t>
            </a:r>
            <a:r>
              <a:rPr lang="es-ES" sz="2400"/>
              <a:t> de Documentos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Sistema de Embeddings Open Source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Recuperación Avanzada y Representación del Conocimiento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Sistema de </a:t>
            </a:r>
            <a:r>
              <a:rPr lang="es-ES" sz="2400" err="1"/>
              <a:t>Keywords</a:t>
            </a:r>
            <a:r>
              <a:rPr lang="es-ES" sz="2400"/>
              <a:t> y Metadatos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Generación con </a:t>
            </a:r>
            <a:r>
              <a:rPr lang="es-ES" sz="2400" err="1"/>
              <a:t>LLMs</a:t>
            </a:r>
            <a:r>
              <a:rPr lang="es-ES" sz="2400"/>
              <a:t> Open </a:t>
            </a:r>
            <a:r>
              <a:rPr lang="es-ES" sz="2400" err="1"/>
              <a:t>Source</a:t>
            </a:r>
            <a:endParaRPr lang="es-ES" sz="2400"/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Evaluación y Benchmarking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Estrategias Experimentales de Recuperación y Generación</a:t>
            </a:r>
          </a:p>
        </p:txBody>
      </p:sp>
    </p:spTree>
    <p:extLst>
      <p:ext uri="{BB962C8B-B14F-4D97-AF65-F5344CB8AC3E}">
        <p14:creationId xmlns:p14="http://schemas.microsoft.com/office/powerpoint/2010/main" val="1702550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86147F-815A-DA68-1CCD-47FA928A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Casos de uso</a:t>
            </a: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F11D2317-1CAC-1D7C-B882-9909ECBA20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1961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81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3F92D-8555-03AD-3A5E-90E4BB6D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Objetivos del proyecto</a:t>
            </a:r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5C1E40B6-843E-2169-5EAB-28868D106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010919"/>
              </p:ext>
            </p:extLst>
          </p:nvPr>
        </p:nvGraphicFramePr>
        <p:xfrm>
          <a:off x="644056" y="2112579"/>
          <a:ext cx="1133867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26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4" name="Rectangle 107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716728-8814-D95A-CB01-2FB8A139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¿</a:t>
            </a:r>
            <a:r>
              <a:rPr lang="en-US" sz="4000" err="1">
                <a:solidFill>
                  <a:srgbClr val="FFFFFF"/>
                </a:solidFill>
              </a:rPr>
              <a:t>Qué</a:t>
            </a:r>
            <a:r>
              <a:rPr lang="en-US" sz="4000">
                <a:solidFill>
                  <a:srgbClr val="FFFFFF"/>
                </a:solidFill>
              </a:rPr>
              <a:t> es un </a:t>
            </a:r>
            <a:r>
              <a:rPr lang="en-US" sz="4000" err="1">
                <a:solidFill>
                  <a:srgbClr val="FFFFFF"/>
                </a:solidFill>
              </a:rPr>
              <a:t>sistema</a:t>
            </a:r>
            <a:r>
              <a:rPr lang="en-US" sz="4000">
                <a:solidFill>
                  <a:srgbClr val="FFFFFF"/>
                </a:solidFill>
              </a:rPr>
              <a:t> RAG?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19076BD-3A9F-ED8E-0424-86E085840F64}"/>
              </a:ext>
            </a:extLst>
          </p:cNvPr>
          <p:cNvGrpSpPr/>
          <p:nvPr/>
        </p:nvGrpSpPr>
        <p:grpSpPr>
          <a:xfrm>
            <a:off x="1073624" y="2367234"/>
            <a:ext cx="10044752" cy="3776279"/>
            <a:chOff x="1073624" y="2515991"/>
            <a:chExt cx="10044752" cy="3776279"/>
          </a:xfrm>
        </p:grpSpPr>
        <p:pic>
          <p:nvPicPr>
            <p:cNvPr id="2050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514F60A3-66FB-4739-A6CE-F105CC31FF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073624" y="2515991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F058122-0ED0-A06D-74CC-4FFD9AD1E58F}"/>
                </a:ext>
              </a:extLst>
            </p:cNvPr>
            <p:cNvSpPr txBox="1"/>
            <p:nvPr/>
          </p:nvSpPr>
          <p:spPr>
            <a:xfrm>
              <a:off x="8607972" y="2678543"/>
              <a:ext cx="177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Búsqueda híbrida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4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F42D0B-E884-93A5-45CD-3F43D1AE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Ingesta documental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F096E91-5172-346C-D22C-CE8F03A91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" t="25885" b="7867"/>
          <a:stretch>
            <a:fillRect/>
          </a:stretch>
        </p:blipFill>
        <p:spPr>
          <a:xfrm>
            <a:off x="206828" y="2974608"/>
            <a:ext cx="11778340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5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5" name="Rectangle 207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78" name="Rectangle 207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9" name="Rectangle 207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0" name="Rectangle 207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B14B4BB-8D41-B024-CD71-9A851A36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Documentación inconexa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706B4FA-D5A1-44D0-DDB3-E0EDA1D5C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79" y="1706500"/>
            <a:ext cx="8731242" cy="50204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676A4FB-FE4D-46E0-BBDF-A6787CA0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209" y="2577406"/>
            <a:ext cx="6540642" cy="311277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467DAB-6CD8-3EBE-D7B5-9CC5AE461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4" r="29541"/>
          <a:stretch>
            <a:fillRect/>
          </a:stretch>
        </p:blipFill>
        <p:spPr>
          <a:xfrm>
            <a:off x="167269" y="1621225"/>
            <a:ext cx="5309506" cy="5025137"/>
          </a:xfrm>
          <a:prstGeom prst="rect">
            <a:avLst/>
          </a:prstGeom>
          <a:solidFill>
            <a:schemeClr val="tx1"/>
          </a:solidFill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05FE147B-22CC-1983-7A3A-07C435A89671}"/>
              </a:ext>
            </a:extLst>
          </p:cNvPr>
          <p:cNvGrpSpPr/>
          <p:nvPr/>
        </p:nvGrpSpPr>
        <p:grpSpPr>
          <a:xfrm>
            <a:off x="8582639" y="95897"/>
            <a:ext cx="3238707" cy="1379114"/>
            <a:chOff x="1558533" y="1383562"/>
            <a:chExt cx="10044752" cy="3776279"/>
          </a:xfrm>
        </p:grpSpPr>
        <p:pic>
          <p:nvPicPr>
            <p:cNvPr id="14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48C1A942-5CA9-F018-A72D-5359B896BC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558533" y="1383562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99BCC668-E9CE-F8DA-A032-5C947ADB68A2}"/>
                </a:ext>
              </a:extLst>
            </p:cNvPr>
            <p:cNvSpPr/>
            <p:nvPr/>
          </p:nvSpPr>
          <p:spPr>
            <a:xfrm>
              <a:off x="8905059" y="1448767"/>
              <a:ext cx="2218181" cy="191798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03060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AFC2DC-0D2D-C2C1-8878-8DE5BF3A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Procesamiento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paralelo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9933722-A464-3E78-C98E-B24BF8D45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38"/>
          <a:stretch>
            <a:fillRect/>
          </a:stretch>
        </p:blipFill>
        <p:spPr>
          <a:xfrm>
            <a:off x="73261" y="1711463"/>
            <a:ext cx="6923283" cy="3938334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62A9D545-F71D-6B1B-6B3E-7EFF0FCB0EB7}"/>
              </a:ext>
            </a:extLst>
          </p:cNvPr>
          <p:cNvGrpSpPr/>
          <p:nvPr/>
        </p:nvGrpSpPr>
        <p:grpSpPr>
          <a:xfrm>
            <a:off x="8582639" y="95897"/>
            <a:ext cx="3238707" cy="1379114"/>
            <a:chOff x="1558533" y="1383562"/>
            <a:chExt cx="10044752" cy="3776279"/>
          </a:xfrm>
        </p:grpSpPr>
        <p:pic>
          <p:nvPicPr>
            <p:cNvPr id="5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BBD0094D-FCA4-C04B-1112-752BDDBC7E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558533" y="1383562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97E61BF-A0FF-4E5C-D558-1D3541702529}"/>
                </a:ext>
              </a:extLst>
            </p:cNvPr>
            <p:cNvSpPr/>
            <p:nvPr/>
          </p:nvSpPr>
          <p:spPr>
            <a:xfrm>
              <a:off x="6504812" y="1383562"/>
              <a:ext cx="5098473" cy="3776279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16031CA5-529E-02E5-F072-D01C4AC97E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15" t="349" r="473" b="-349"/>
          <a:stretch>
            <a:fillRect/>
          </a:stretch>
        </p:blipFill>
        <p:spPr>
          <a:xfrm>
            <a:off x="5170584" y="2571401"/>
            <a:ext cx="6923283" cy="419747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8264D17-28FE-4FD1-D7D1-D81B0C8A51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7567" y="1711463"/>
            <a:ext cx="9236865" cy="506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1D34C1-34AF-5CBD-9316-570A6E1B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Evaluación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D99AAA-2D8C-B05B-68F6-397DE908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Metodología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casos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uso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30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619ED8B-D98D-2D10-92DE-EAAE10DF3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7"/>
          <a:stretch>
            <a:fillRect/>
          </a:stretch>
        </p:blipFill>
        <p:spPr>
          <a:xfrm>
            <a:off x="108474" y="368982"/>
            <a:ext cx="11974286" cy="61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4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391B0C-1D52-DDC7-8060-93A2FE82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CVs</a:t>
            </a: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8BE64395-25DB-EE53-BAD3-716ADBE34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948115"/>
              </p:ext>
            </p:extLst>
          </p:nvPr>
        </p:nvGraphicFramePr>
        <p:xfrm>
          <a:off x="632083" y="3074103"/>
          <a:ext cx="10927833" cy="22852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5454">
                  <a:extLst>
                    <a:ext uri="{9D8B030D-6E8A-4147-A177-3AD203B41FA5}">
                      <a16:colId xmlns:a16="http://schemas.microsoft.com/office/drawing/2014/main" val="1152684514"/>
                    </a:ext>
                  </a:extLst>
                </a:gridCol>
                <a:gridCol w="1885051">
                  <a:extLst>
                    <a:ext uri="{9D8B030D-6E8A-4147-A177-3AD203B41FA5}">
                      <a16:colId xmlns:a16="http://schemas.microsoft.com/office/drawing/2014/main" val="1087560505"/>
                    </a:ext>
                  </a:extLst>
                </a:gridCol>
                <a:gridCol w="953279">
                  <a:extLst>
                    <a:ext uri="{9D8B030D-6E8A-4147-A177-3AD203B41FA5}">
                      <a16:colId xmlns:a16="http://schemas.microsoft.com/office/drawing/2014/main" val="570780056"/>
                    </a:ext>
                  </a:extLst>
                </a:gridCol>
                <a:gridCol w="953279">
                  <a:extLst>
                    <a:ext uri="{9D8B030D-6E8A-4147-A177-3AD203B41FA5}">
                      <a16:colId xmlns:a16="http://schemas.microsoft.com/office/drawing/2014/main" val="3398263728"/>
                    </a:ext>
                  </a:extLst>
                </a:gridCol>
                <a:gridCol w="2057724">
                  <a:extLst>
                    <a:ext uri="{9D8B030D-6E8A-4147-A177-3AD203B41FA5}">
                      <a16:colId xmlns:a16="http://schemas.microsoft.com/office/drawing/2014/main" val="3383796567"/>
                    </a:ext>
                  </a:extLst>
                </a:gridCol>
                <a:gridCol w="2259717">
                  <a:extLst>
                    <a:ext uri="{9D8B030D-6E8A-4147-A177-3AD203B41FA5}">
                      <a16:colId xmlns:a16="http://schemas.microsoft.com/office/drawing/2014/main" val="2597931543"/>
                    </a:ext>
                  </a:extLst>
                </a:gridCol>
                <a:gridCol w="1383329">
                  <a:extLst>
                    <a:ext uri="{9D8B030D-6E8A-4147-A177-3AD203B41FA5}">
                      <a16:colId xmlns:a16="http://schemas.microsoft.com/office/drawing/2014/main" val="2336964984"/>
                    </a:ext>
                  </a:extLst>
                </a:gridCol>
              </a:tblGrid>
              <a:tr h="1366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Idioma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 err="1">
                          <a:effectLst/>
                        </a:rPr>
                        <a:t>Nº</a:t>
                      </a:r>
                      <a:r>
                        <a:rPr lang="es-ES" sz="2000" dirty="0">
                          <a:effectLst/>
                        </a:rPr>
                        <a:t> preguntas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OK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KO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Tiempo medio (segundos)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Coste medio (USD)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% OK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206965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EN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86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64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22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65,462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0,05374904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74.4%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extLst>
                  <a:ext uri="{0D108BD9-81ED-4DB2-BD59-A6C34878D82A}">
                    <a16:rowId xmlns:a16="http://schemas.microsoft.com/office/drawing/2014/main" val="3147383966"/>
                  </a:ext>
                </a:extLst>
              </a:tr>
              <a:tr h="459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ES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86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37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49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36,52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0,0050176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43.0%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0744" marR="140744" marT="0" marB="0" anchor="ctr"/>
                </a:tc>
                <a:extLst>
                  <a:ext uri="{0D108BD9-81ED-4DB2-BD59-A6C34878D82A}">
                    <a16:rowId xmlns:a16="http://schemas.microsoft.com/office/drawing/2014/main" val="424452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42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5E6DB-CB70-27C3-9F7E-CA2C3FB1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AEE1B-3CD0-4E8B-C7D4-3C0C1228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Legislación UE</a:t>
            </a:r>
          </a:p>
        </p:txBody>
      </p:sp>
      <p:graphicFrame>
        <p:nvGraphicFramePr>
          <p:cNvPr id="11" name="Marcador de contenido 10">
            <a:extLst>
              <a:ext uri="{FF2B5EF4-FFF2-40B4-BE49-F238E27FC236}">
                <a16:creationId xmlns:a16="http://schemas.microsoft.com/office/drawing/2014/main" id="{F12A2A9A-B318-F4C7-100C-D9D872728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939057"/>
              </p:ext>
            </p:extLst>
          </p:nvPr>
        </p:nvGraphicFramePr>
        <p:xfrm>
          <a:off x="644056" y="2470494"/>
          <a:ext cx="10927833" cy="34769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8319">
                  <a:extLst>
                    <a:ext uri="{9D8B030D-6E8A-4147-A177-3AD203B41FA5}">
                      <a16:colId xmlns:a16="http://schemas.microsoft.com/office/drawing/2014/main" val="2742856045"/>
                    </a:ext>
                  </a:extLst>
                </a:gridCol>
                <a:gridCol w="2071056">
                  <a:extLst>
                    <a:ext uri="{9D8B030D-6E8A-4147-A177-3AD203B41FA5}">
                      <a16:colId xmlns:a16="http://schemas.microsoft.com/office/drawing/2014/main" val="3445669387"/>
                    </a:ext>
                  </a:extLst>
                </a:gridCol>
                <a:gridCol w="839353">
                  <a:extLst>
                    <a:ext uri="{9D8B030D-6E8A-4147-A177-3AD203B41FA5}">
                      <a16:colId xmlns:a16="http://schemas.microsoft.com/office/drawing/2014/main" val="2937886528"/>
                    </a:ext>
                  </a:extLst>
                </a:gridCol>
                <a:gridCol w="1008883">
                  <a:extLst>
                    <a:ext uri="{9D8B030D-6E8A-4147-A177-3AD203B41FA5}">
                      <a16:colId xmlns:a16="http://schemas.microsoft.com/office/drawing/2014/main" val="3174657380"/>
                    </a:ext>
                  </a:extLst>
                </a:gridCol>
                <a:gridCol w="2352086">
                  <a:extLst>
                    <a:ext uri="{9D8B030D-6E8A-4147-A177-3AD203B41FA5}">
                      <a16:colId xmlns:a16="http://schemas.microsoft.com/office/drawing/2014/main" val="694318186"/>
                    </a:ext>
                  </a:extLst>
                </a:gridCol>
                <a:gridCol w="2184927">
                  <a:extLst>
                    <a:ext uri="{9D8B030D-6E8A-4147-A177-3AD203B41FA5}">
                      <a16:colId xmlns:a16="http://schemas.microsoft.com/office/drawing/2014/main" val="1106566414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94255341"/>
                    </a:ext>
                  </a:extLst>
                </a:gridCol>
              </a:tblGrid>
              <a:tr h="9889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Idioma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Nº preguntas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OK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KO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Tiempo medio (segundos)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Coste medio (USD)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% OK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24957"/>
                  </a:ext>
                </a:extLst>
              </a:tr>
              <a:tr h="4976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ES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91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47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44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28,217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0,00566158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51.6%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extLst>
                  <a:ext uri="{0D108BD9-81ED-4DB2-BD59-A6C34878D82A}">
                    <a16:rowId xmlns:a16="http://schemas.microsoft.com/office/drawing/2014/main" val="2885093086"/>
                  </a:ext>
                </a:extLst>
              </a:tr>
              <a:tr h="4976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EN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98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60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38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30,346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0,00630499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61.2%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extLst>
                  <a:ext uri="{0D108BD9-81ED-4DB2-BD59-A6C34878D82A}">
                    <a16:rowId xmlns:a16="http://schemas.microsoft.com/office/drawing/2014/main" val="2100768477"/>
                  </a:ext>
                </a:extLst>
              </a:tr>
              <a:tr h="4976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FR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98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54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44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30,513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0,00668518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55.1%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extLst>
                  <a:ext uri="{0D108BD9-81ED-4DB2-BD59-A6C34878D82A}">
                    <a16:rowId xmlns:a16="http://schemas.microsoft.com/office/drawing/2014/main" val="2901602415"/>
                  </a:ext>
                </a:extLst>
              </a:tr>
              <a:tr h="4976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IT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99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56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43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32,083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0,0068847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56.6%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extLst>
                  <a:ext uri="{0D108BD9-81ED-4DB2-BD59-A6C34878D82A}">
                    <a16:rowId xmlns:a16="http://schemas.microsoft.com/office/drawing/2014/main" val="2978753661"/>
                  </a:ext>
                </a:extLst>
              </a:tr>
              <a:tr h="4976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PT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91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54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37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31,062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>
                          <a:effectLst/>
                        </a:rPr>
                        <a:t>0,00649948</a:t>
                      </a:r>
                      <a:endParaRPr lang="es-ES" sz="2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100" dirty="0">
                          <a:effectLst/>
                        </a:rPr>
                        <a:t>59.3%</a:t>
                      </a:r>
                      <a:endParaRPr lang="es-ES" sz="2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22837" marR="122837" marT="0" marB="0" anchor="ctr"/>
                </a:tc>
                <a:extLst>
                  <a:ext uri="{0D108BD9-81ED-4DB2-BD59-A6C34878D82A}">
                    <a16:rowId xmlns:a16="http://schemas.microsoft.com/office/drawing/2014/main" val="3512750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25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70356-4812-5778-70DB-640EC6B7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DFD6C8-8C78-5964-24B2-116DDBEB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Wikipedia</a:t>
            </a:r>
          </a:p>
        </p:txBody>
      </p:sp>
      <p:graphicFrame>
        <p:nvGraphicFramePr>
          <p:cNvPr id="14" name="Marcador de contenido 13">
            <a:extLst>
              <a:ext uri="{FF2B5EF4-FFF2-40B4-BE49-F238E27FC236}">
                <a16:creationId xmlns:a16="http://schemas.microsoft.com/office/drawing/2014/main" id="{A83BE5BD-5A0F-6207-3BDC-66DB3F6492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805816"/>
              </p:ext>
            </p:extLst>
          </p:nvPr>
        </p:nvGraphicFramePr>
        <p:xfrm>
          <a:off x="632084" y="3033752"/>
          <a:ext cx="10927832" cy="23659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1028">
                  <a:extLst>
                    <a:ext uri="{9D8B030D-6E8A-4147-A177-3AD203B41FA5}">
                      <a16:colId xmlns:a16="http://schemas.microsoft.com/office/drawing/2014/main" val="2958351300"/>
                    </a:ext>
                  </a:extLst>
                </a:gridCol>
                <a:gridCol w="1905504">
                  <a:extLst>
                    <a:ext uri="{9D8B030D-6E8A-4147-A177-3AD203B41FA5}">
                      <a16:colId xmlns:a16="http://schemas.microsoft.com/office/drawing/2014/main" val="1015188579"/>
                    </a:ext>
                  </a:extLst>
                </a:gridCol>
                <a:gridCol w="963621">
                  <a:extLst>
                    <a:ext uri="{9D8B030D-6E8A-4147-A177-3AD203B41FA5}">
                      <a16:colId xmlns:a16="http://schemas.microsoft.com/office/drawing/2014/main" val="2549996950"/>
                    </a:ext>
                  </a:extLst>
                </a:gridCol>
                <a:gridCol w="963619">
                  <a:extLst>
                    <a:ext uri="{9D8B030D-6E8A-4147-A177-3AD203B41FA5}">
                      <a16:colId xmlns:a16="http://schemas.microsoft.com/office/drawing/2014/main" val="2583255811"/>
                    </a:ext>
                  </a:extLst>
                </a:gridCol>
                <a:gridCol w="2080050">
                  <a:extLst>
                    <a:ext uri="{9D8B030D-6E8A-4147-A177-3AD203B41FA5}">
                      <a16:colId xmlns:a16="http://schemas.microsoft.com/office/drawing/2014/main" val="1007563330"/>
                    </a:ext>
                  </a:extLst>
                </a:gridCol>
                <a:gridCol w="2165675">
                  <a:extLst>
                    <a:ext uri="{9D8B030D-6E8A-4147-A177-3AD203B41FA5}">
                      <a16:colId xmlns:a16="http://schemas.microsoft.com/office/drawing/2014/main" val="3424718974"/>
                    </a:ext>
                  </a:extLst>
                </a:gridCol>
                <a:gridCol w="1398335">
                  <a:extLst>
                    <a:ext uri="{9D8B030D-6E8A-4147-A177-3AD203B41FA5}">
                      <a16:colId xmlns:a16="http://schemas.microsoft.com/office/drawing/2014/main" val="443007837"/>
                    </a:ext>
                  </a:extLst>
                </a:gridCol>
              </a:tblGrid>
              <a:tr h="14147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Idioma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 err="1">
                          <a:effectLst/>
                        </a:rPr>
                        <a:t>Nº</a:t>
                      </a:r>
                      <a:r>
                        <a:rPr lang="es-ES" sz="2000" dirty="0">
                          <a:effectLst/>
                        </a:rPr>
                        <a:t> preguntas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OK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KO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Tiempo medio (segundos)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Coste medio (USD)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% OK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854301"/>
                  </a:ext>
                </a:extLst>
              </a:tr>
              <a:tr h="4755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ES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100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78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22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25,077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0,01010362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78.0%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extLst>
                  <a:ext uri="{0D108BD9-81ED-4DB2-BD59-A6C34878D82A}">
                    <a16:rowId xmlns:a16="http://schemas.microsoft.com/office/drawing/2014/main" val="1417330238"/>
                  </a:ext>
                </a:extLst>
              </a:tr>
              <a:tr h="4755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EN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>
                    <a:solidFill>
                      <a:srgbClr val="0F3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100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82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18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16,94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>
                          <a:effectLst/>
                        </a:rPr>
                        <a:t>0,00932473</a:t>
                      </a:r>
                      <a:endParaRPr lang="es-E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s-ES" sz="2000" dirty="0">
                          <a:effectLst/>
                        </a:rPr>
                        <a:t>82.0%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2271" marR="142271" marT="0" marB="0" anchor="ctr"/>
                </a:tc>
                <a:extLst>
                  <a:ext uri="{0D108BD9-81ED-4DB2-BD59-A6C34878D82A}">
                    <a16:rowId xmlns:a16="http://schemas.microsoft.com/office/drawing/2014/main" val="68376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55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860EF-EF99-646A-AF07-5A62230F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9C4ACD-6381-A326-064B-0E669F3E2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9"/>
          <a:stretch>
            <a:fillRect/>
          </a:stretch>
        </p:blipFill>
        <p:spPr>
          <a:xfrm>
            <a:off x="4172111" y="110075"/>
            <a:ext cx="7898768" cy="6655668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8E98ED-E692-EEC6-40A0-9AD9A3FC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Conclusión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18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CBEBA-A343-90E6-AC06-E160AD37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FA9D9465-3413-1DE4-9B81-06B4EFBCD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CBC5A0CE-7C40-2CD6-95EF-3A911249A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1E051F77-ECC1-B5BD-B7F7-0EF961A94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6A33E636-6909-AC59-1DEF-A4EC84179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E1B7E5E6-63CE-B1D9-A7FC-70B48824A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B27EFCB8-29D4-91D1-E588-F97FF3040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19358EF8-647B-B18E-042B-F642FCA9A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8BCB53-49C2-F914-97D3-2FB06A01D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s-ES" sz="4800">
                <a:solidFill>
                  <a:srgbClr val="FFFFFF"/>
                </a:solidFill>
              </a:rPr>
              <a:t>Desarrollo sistema RAG</a:t>
            </a: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EB20355D-8434-8C39-19B1-A2EE2697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88BE4C-EC65-E125-04C4-16CD3D721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Autor: Sofía Negueruela Avellaneda</a:t>
            </a:r>
          </a:p>
          <a:p>
            <a:pPr algn="l"/>
            <a:r>
              <a:rPr lang="es-ES">
                <a:solidFill>
                  <a:srgbClr val="FFFFFF"/>
                </a:solidFill>
              </a:rPr>
              <a:t>Director: Nicolás Pérez Beltrán</a:t>
            </a:r>
          </a:p>
        </p:txBody>
      </p:sp>
    </p:spTree>
    <p:extLst>
      <p:ext uri="{BB962C8B-B14F-4D97-AF65-F5344CB8AC3E}">
        <p14:creationId xmlns:p14="http://schemas.microsoft.com/office/powerpoint/2010/main" val="2183988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Panorámica</PresentationFormat>
  <Paragraphs>140</Paragraphs>
  <Slides>16</Slides>
  <Notes>9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Tema de Office</vt:lpstr>
      <vt:lpstr>Desarrollo sistema RAG</vt:lpstr>
      <vt:lpstr>Metodología de trabajo</vt:lpstr>
      <vt:lpstr>Objetivos</vt:lpstr>
      <vt:lpstr>Casos de uso</vt:lpstr>
      <vt:lpstr>Objetivos del proyecto</vt:lpstr>
      <vt:lpstr>¿Qué es un sistema RAG?</vt:lpstr>
      <vt:lpstr>Ingesta documental</vt:lpstr>
      <vt:lpstr>Documentación inconexa</vt:lpstr>
      <vt:lpstr>Procesamiento en paralelo</vt:lpstr>
      <vt:lpstr>Evaluación y resultados</vt:lpstr>
      <vt:lpstr>Presentación de PowerPoint</vt:lpstr>
      <vt:lpstr>CVs</vt:lpstr>
      <vt:lpstr>Legislación UE</vt:lpstr>
      <vt:lpstr>Wikipedia</vt:lpstr>
      <vt:lpstr>Conclusión</vt:lpstr>
      <vt:lpstr>Desarrollo sistema RAG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Negueruela Avellaneda</dc:creator>
  <cp:lastModifiedBy>Sofia Negueruela Avellaneda</cp:lastModifiedBy>
  <cp:revision>1</cp:revision>
  <dcterms:created xsi:type="dcterms:W3CDTF">2026-02-27T11:34:51Z</dcterms:created>
  <dcterms:modified xsi:type="dcterms:W3CDTF">2026-06-03T07:39:30Z</dcterms:modified>
</cp:coreProperties>
</file>