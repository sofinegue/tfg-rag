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8E9"/>
    <a:srgbClr val="8598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401D50-05F9-43B8-817C-3FD47A13B6D8}" v="259" dt="2026-03-02T18:44:25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130" autoAdjust="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ia Negueruela Avellaneda" userId="1355ce59-2ee3-4584-b6f2-c7e4b99958aa" providerId="ADAL" clId="{75AA7C8B-0E1E-45F8-BB8D-1CDD06E81B9F}"/>
    <pc:docChg chg="undo redo custSel addSld delSld modSld">
      <pc:chgData name="Sofia Negueruela Avellaneda" userId="1355ce59-2ee3-4584-b6f2-c7e4b99958aa" providerId="ADAL" clId="{75AA7C8B-0E1E-45F8-BB8D-1CDD06E81B9F}" dt="2026-03-02T18:48:30.823" v="2274" actId="20577"/>
      <pc:docMkLst>
        <pc:docMk/>
      </pc:docMkLst>
      <pc:sldChg chg="addSp delSp modSp new mod setBg addAnim">
        <pc:chgData name="Sofia Negueruela Avellaneda" userId="1355ce59-2ee3-4584-b6f2-c7e4b99958aa" providerId="ADAL" clId="{75AA7C8B-0E1E-45F8-BB8D-1CDD06E81B9F}" dt="2026-02-28T09:32:21.408" v="1894"/>
        <pc:sldMkLst>
          <pc:docMk/>
          <pc:sldMk cId="292513249" sldId="256"/>
        </pc:sldMkLst>
        <pc:spChg chg="mod">
          <ac:chgData name="Sofia Negueruela Avellaneda" userId="1355ce59-2ee3-4584-b6f2-c7e4b99958aa" providerId="ADAL" clId="{75AA7C8B-0E1E-45F8-BB8D-1CDD06E81B9F}" dt="2026-02-28T09:32:21.407" v="1892" actId="26606"/>
          <ac:spMkLst>
            <pc:docMk/>
            <pc:sldMk cId="292513249" sldId="256"/>
            <ac:spMk id="2" creationId="{C6222ADF-5EA2-1F1E-7A57-3D0409420148}"/>
          </ac:spMkLst>
        </pc:spChg>
        <pc:spChg chg="mod">
          <ac:chgData name="Sofia Negueruela Avellaneda" userId="1355ce59-2ee3-4584-b6f2-c7e4b99958aa" providerId="ADAL" clId="{75AA7C8B-0E1E-45F8-BB8D-1CDD06E81B9F}" dt="2026-02-28T09:32:21.407" v="1892" actId="26606"/>
          <ac:spMkLst>
            <pc:docMk/>
            <pc:sldMk cId="292513249" sldId="256"/>
            <ac:spMk id="3" creationId="{AE57164F-BC27-5F0D-3C21-6DECCB699AA1}"/>
          </ac:spMkLst>
        </pc:spChg>
        <pc:spChg chg="add">
          <ac:chgData name="Sofia Negueruela Avellaneda" userId="1355ce59-2ee3-4584-b6f2-c7e4b99958aa" providerId="ADAL" clId="{75AA7C8B-0E1E-45F8-BB8D-1CDD06E81B9F}" dt="2026-02-28T09:32:21.407" v="1892" actId="26606"/>
          <ac:spMkLst>
            <pc:docMk/>
            <pc:sldMk cId="292513249" sldId="256"/>
            <ac:spMk id="38" creationId="{577D6B2E-37A3-429E-A37C-F30ED6487282}"/>
          </ac:spMkLst>
        </pc:spChg>
        <pc:spChg chg="add">
          <ac:chgData name="Sofia Negueruela Avellaneda" userId="1355ce59-2ee3-4584-b6f2-c7e4b99958aa" providerId="ADAL" clId="{75AA7C8B-0E1E-45F8-BB8D-1CDD06E81B9F}" dt="2026-02-28T09:32:21.407" v="1892" actId="26606"/>
          <ac:spMkLst>
            <pc:docMk/>
            <pc:sldMk cId="292513249" sldId="256"/>
            <ac:spMk id="39" creationId="{5CEAD642-85CF-4750-8432-7C80C901F001}"/>
          </ac:spMkLst>
        </pc:spChg>
        <pc:spChg chg="add">
          <ac:chgData name="Sofia Negueruela Avellaneda" userId="1355ce59-2ee3-4584-b6f2-c7e4b99958aa" providerId="ADAL" clId="{75AA7C8B-0E1E-45F8-BB8D-1CDD06E81B9F}" dt="2026-02-28T09:32:21.407" v="1892" actId="26606"/>
          <ac:spMkLst>
            <pc:docMk/>
            <pc:sldMk cId="292513249" sldId="256"/>
            <ac:spMk id="40" creationId="{FA33EEAE-15D5-4119-8C1E-89D943F911EF}"/>
          </ac:spMkLst>
        </pc:spChg>
        <pc:spChg chg="add">
          <ac:chgData name="Sofia Negueruela Avellaneda" userId="1355ce59-2ee3-4584-b6f2-c7e4b99958aa" providerId="ADAL" clId="{75AA7C8B-0E1E-45F8-BB8D-1CDD06E81B9F}" dt="2026-02-28T09:32:21.407" v="1892" actId="26606"/>
          <ac:spMkLst>
            <pc:docMk/>
            <pc:sldMk cId="292513249" sldId="256"/>
            <ac:spMk id="41" creationId="{730D8B3B-9B80-4025-B934-26DC7D7CD231}"/>
          </ac:spMkLst>
        </pc:spChg>
        <pc:spChg chg="add">
          <ac:chgData name="Sofia Negueruela Avellaneda" userId="1355ce59-2ee3-4584-b6f2-c7e4b99958aa" providerId="ADAL" clId="{75AA7C8B-0E1E-45F8-BB8D-1CDD06E81B9F}" dt="2026-02-28T09:32:21.407" v="1892" actId="26606"/>
          <ac:spMkLst>
            <pc:docMk/>
            <pc:sldMk cId="292513249" sldId="256"/>
            <ac:spMk id="42" creationId="{1064D5D5-227B-4F66-9AEA-46F570E793BD}"/>
          </ac:spMkLst>
        </pc:spChg>
        <pc:spChg chg="add">
          <ac:chgData name="Sofia Negueruela Avellaneda" userId="1355ce59-2ee3-4584-b6f2-c7e4b99958aa" providerId="ADAL" clId="{75AA7C8B-0E1E-45F8-BB8D-1CDD06E81B9F}" dt="2026-02-28T09:32:21.407" v="1892" actId="26606"/>
          <ac:spMkLst>
            <pc:docMk/>
            <pc:sldMk cId="292513249" sldId="256"/>
            <ac:spMk id="43" creationId="{646B67A4-D328-4747-A82B-65E84FA46368}"/>
          </ac:spMkLst>
        </pc:spChg>
        <pc:spChg chg="add">
          <ac:chgData name="Sofia Negueruela Avellaneda" userId="1355ce59-2ee3-4584-b6f2-c7e4b99958aa" providerId="ADAL" clId="{75AA7C8B-0E1E-45F8-BB8D-1CDD06E81B9F}" dt="2026-02-28T09:32:21.407" v="1892" actId="26606"/>
          <ac:spMkLst>
            <pc:docMk/>
            <pc:sldMk cId="292513249" sldId="256"/>
            <ac:spMk id="44" creationId="{B5A1B09C-1565-46F8-B70F-621C5EB48A09}"/>
          </ac:spMkLst>
        </pc:spChg>
        <pc:spChg chg="add">
          <ac:chgData name="Sofia Negueruela Avellaneda" userId="1355ce59-2ee3-4584-b6f2-c7e4b99958aa" providerId="ADAL" clId="{75AA7C8B-0E1E-45F8-BB8D-1CDD06E81B9F}" dt="2026-02-28T09:32:21.407" v="1892" actId="26606"/>
          <ac:spMkLst>
            <pc:docMk/>
            <pc:sldMk cId="292513249" sldId="256"/>
            <ac:spMk id="45" creationId="{8C516CC8-80AC-446C-A56E-9F54B7210402}"/>
          </ac:spMkLst>
        </pc:spChg>
      </pc:sldChg>
      <pc:sldChg chg="addSp delSp modSp new mod setBg addAnim delAnim modAnim modNotesTx">
        <pc:chgData name="Sofia Negueruela Avellaneda" userId="1355ce59-2ee3-4584-b6f2-c7e4b99958aa" providerId="ADAL" clId="{75AA7C8B-0E1E-45F8-BB8D-1CDD06E81B9F}" dt="2026-03-02T18:48:30.823" v="2274" actId="20577"/>
        <pc:sldMkLst>
          <pc:docMk/>
          <pc:sldMk cId="1987742604" sldId="257"/>
        </pc:sldMkLst>
        <pc:spChg chg="mod">
          <ac:chgData name="Sofia Negueruela Avellaneda" userId="1355ce59-2ee3-4584-b6f2-c7e4b99958aa" providerId="ADAL" clId="{75AA7C8B-0E1E-45F8-BB8D-1CDD06E81B9F}" dt="2026-02-28T08:30:46.979" v="856" actId="26606"/>
          <ac:spMkLst>
            <pc:docMk/>
            <pc:sldMk cId="1987742604" sldId="257"/>
            <ac:spMk id="2" creationId="{81716728-8814-D95A-CB01-2FB8A139D1D4}"/>
          </ac:spMkLst>
        </pc:spChg>
        <pc:spChg chg="add">
          <ac:chgData name="Sofia Negueruela Avellaneda" userId="1355ce59-2ee3-4584-b6f2-c7e4b99958aa" providerId="ADAL" clId="{75AA7C8B-0E1E-45F8-BB8D-1CDD06E81B9F}" dt="2026-02-28T08:30:46.979" v="856" actId="26606"/>
          <ac:spMkLst>
            <pc:docMk/>
            <pc:sldMk cId="1987742604" sldId="257"/>
            <ac:spMk id="1074" creationId="{2151139A-886F-4B97-8815-729AD3831BBD}"/>
          </ac:spMkLst>
        </pc:spChg>
        <pc:spChg chg="add">
          <ac:chgData name="Sofia Negueruela Avellaneda" userId="1355ce59-2ee3-4584-b6f2-c7e4b99958aa" providerId="ADAL" clId="{75AA7C8B-0E1E-45F8-BB8D-1CDD06E81B9F}" dt="2026-02-28T08:30:46.979" v="856" actId="26606"/>
          <ac:spMkLst>
            <pc:docMk/>
            <pc:sldMk cId="1987742604" sldId="257"/>
            <ac:spMk id="1076" creationId="{AB5E08C4-8CDD-4623-A5B8-E998C6DEE3B7}"/>
          </ac:spMkLst>
        </pc:spChg>
        <pc:spChg chg="add">
          <ac:chgData name="Sofia Negueruela Avellaneda" userId="1355ce59-2ee3-4584-b6f2-c7e4b99958aa" providerId="ADAL" clId="{75AA7C8B-0E1E-45F8-BB8D-1CDD06E81B9F}" dt="2026-02-28T08:30:46.979" v="856" actId="26606"/>
          <ac:spMkLst>
            <pc:docMk/>
            <pc:sldMk cId="1987742604" sldId="257"/>
            <ac:spMk id="1078" creationId="{15F33878-D502-4FFA-8ACE-F2AECDB2A23F}"/>
          </ac:spMkLst>
        </pc:spChg>
        <pc:spChg chg="add">
          <ac:chgData name="Sofia Negueruela Avellaneda" userId="1355ce59-2ee3-4584-b6f2-c7e4b99958aa" providerId="ADAL" clId="{75AA7C8B-0E1E-45F8-BB8D-1CDD06E81B9F}" dt="2026-02-28T08:30:46.979" v="856" actId="26606"/>
          <ac:spMkLst>
            <pc:docMk/>
            <pc:sldMk cId="1987742604" sldId="257"/>
            <ac:spMk id="1080" creationId="{D3539FEE-81D3-4406-802E-60B20B16F4F6}"/>
          </ac:spMkLst>
        </pc:spChg>
        <pc:spChg chg="add">
          <ac:chgData name="Sofia Negueruela Avellaneda" userId="1355ce59-2ee3-4584-b6f2-c7e4b99958aa" providerId="ADAL" clId="{75AA7C8B-0E1E-45F8-BB8D-1CDD06E81B9F}" dt="2026-02-28T08:30:46.979" v="856" actId="26606"/>
          <ac:spMkLst>
            <pc:docMk/>
            <pc:sldMk cId="1987742604" sldId="257"/>
            <ac:spMk id="1082" creationId="{DC701763-729E-462F-A5A8-E0DEFEB1E2E4}"/>
          </ac:spMkLst>
        </pc:spChg>
        <pc:picChg chg="add mod ord">
          <ac:chgData name="Sofia Negueruela Avellaneda" userId="1355ce59-2ee3-4584-b6f2-c7e4b99958aa" providerId="ADAL" clId="{75AA7C8B-0E1E-45F8-BB8D-1CDD06E81B9F}" dt="2026-02-28T08:30:46.979" v="856" actId="26606"/>
          <ac:picMkLst>
            <pc:docMk/>
            <pc:sldMk cId="1987742604" sldId="257"/>
            <ac:picMk id="1028" creationId="{A8F3D146-3702-98A4-CD6D-C9EB21828969}"/>
          </ac:picMkLst>
        </pc:picChg>
        <pc:picChg chg="add mod">
          <ac:chgData name="Sofia Negueruela Avellaneda" userId="1355ce59-2ee3-4584-b6f2-c7e4b99958aa" providerId="ADAL" clId="{75AA7C8B-0E1E-45F8-BB8D-1CDD06E81B9F}" dt="2026-02-28T08:30:46.979" v="856" actId="26606"/>
          <ac:picMkLst>
            <pc:docMk/>
            <pc:sldMk cId="1987742604" sldId="257"/>
            <ac:picMk id="1034" creationId="{ECAEE3CF-7C86-519E-D00A-16EEFC2B6614}"/>
          </ac:picMkLst>
        </pc:picChg>
      </pc:sldChg>
      <pc:sldChg chg="addSp delSp modSp new mod setBg modNotesTx">
        <pc:chgData name="Sofia Negueruela Avellaneda" userId="1355ce59-2ee3-4584-b6f2-c7e4b99958aa" providerId="ADAL" clId="{75AA7C8B-0E1E-45F8-BB8D-1CDD06E81B9F}" dt="2026-03-02T18:44:25.580" v="1971" actId="1076"/>
        <pc:sldMkLst>
          <pc:docMk/>
          <pc:sldMk cId="1030600834" sldId="258"/>
        </pc:sldMkLst>
        <pc:spChg chg="mod">
          <ac:chgData name="Sofia Negueruela Avellaneda" userId="1355ce59-2ee3-4584-b6f2-c7e4b99958aa" providerId="ADAL" clId="{75AA7C8B-0E1E-45F8-BB8D-1CDD06E81B9F}" dt="2026-02-28T08:36:16.703" v="954" actId="1076"/>
          <ac:spMkLst>
            <pc:docMk/>
            <pc:sldMk cId="1030600834" sldId="258"/>
            <ac:spMk id="2" creationId="{4B14B4BB-8D41-B024-CD71-9A851A36C83B}"/>
          </ac:spMkLst>
        </pc:spChg>
        <pc:spChg chg="add mod">
          <ac:chgData name="Sofia Negueruela Avellaneda" userId="1355ce59-2ee3-4584-b6f2-c7e4b99958aa" providerId="ADAL" clId="{75AA7C8B-0E1E-45F8-BB8D-1CDD06E81B9F}" dt="2026-03-02T18:44:25.580" v="1971" actId="1076"/>
          <ac:spMkLst>
            <pc:docMk/>
            <pc:sldMk cId="1030600834" sldId="258"/>
            <ac:spMk id="3" creationId="{4F058122-0ED0-A06D-74CC-4FFD9AD1E58F}"/>
          </ac:spMkLst>
        </pc:spChg>
        <pc:spChg chg="add">
          <ac:chgData name="Sofia Negueruela Avellaneda" userId="1355ce59-2ee3-4584-b6f2-c7e4b99958aa" providerId="ADAL" clId="{75AA7C8B-0E1E-45F8-BB8D-1CDD06E81B9F}" dt="2026-02-28T08:32:59.251" v="866" actId="26606"/>
          <ac:spMkLst>
            <pc:docMk/>
            <pc:sldMk cId="1030600834" sldId="258"/>
            <ac:spMk id="2064" creationId="{C681C32C-7AFC-4BB3-9088-65CBDFC5D1C2}"/>
          </ac:spMkLst>
        </pc:spChg>
        <pc:spChg chg="add">
          <ac:chgData name="Sofia Negueruela Avellaneda" userId="1355ce59-2ee3-4584-b6f2-c7e4b99958aa" providerId="ADAL" clId="{75AA7C8B-0E1E-45F8-BB8D-1CDD06E81B9F}" dt="2026-02-28T08:32:59.251" v="866" actId="26606"/>
          <ac:spMkLst>
            <pc:docMk/>
            <pc:sldMk cId="1030600834" sldId="258"/>
            <ac:spMk id="2066" creationId="{199C0ED0-69DE-4C31-A5CF-E2A46FD30226}"/>
          </ac:spMkLst>
        </pc:spChg>
        <pc:spChg chg="add">
          <ac:chgData name="Sofia Negueruela Avellaneda" userId="1355ce59-2ee3-4584-b6f2-c7e4b99958aa" providerId="ADAL" clId="{75AA7C8B-0E1E-45F8-BB8D-1CDD06E81B9F}" dt="2026-02-28T08:32:59.251" v="866" actId="26606"/>
          <ac:spMkLst>
            <pc:docMk/>
            <pc:sldMk cId="1030600834" sldId="258"/>
            <ac:spMk id="2068" creationId="{8D42B8BD-40AF-488E-8A79-D7256C917229}"/>
          </ac:spMkLst>
        </pc:spChg>
        <pc:grpChg chg="add mod">
          <ac:chgData name="Sofia Negueruela Avellaneda" userId="1355ce59-2ee3-4584-b6f2-c7e4b99958aa" providerId="ADAL" clId="{75AA7C8B-0E1E-45F8-BB8D-1CDD06E81B9F}" dt="2026-03-02T18:44:25.580" v="1971" actId="1076"/>
          <ac:grpSpMkLst>
            <pc:docMk/>
            <pc:sldMk cId="1030600834" sldId="258"/>
            <ac:grpSpMk id="4" creationId="{219076BD-3A9F-ED8E-0424-86E085840F64}"/>
          </ac:grpSpMkLst>
        </pc:grpChg>
        <pc:graphicFrameChg chg="add del mod ord modGraphic">
          <ac:chgData name="Sofia Negueruela Avellaneda" userId="1355ce59-2ee3-4584-b6f2-c7e4b99958aa" providerId="ADAL" clId="{75AA7C8B-0E1E-45F8-BB8D-1CDD06E81B9F}" dt="2026-02-28T08:36:03.873" v="951" actId="1076"/>
          <ac:graphicFrameMkLst>
            <pc:docMk/>
            <pc:sldMk cId="1030600834" sldId="258"/>
            <ac:graphicFrameMk id="5" creationId="{17073054-FD1A-06E0-5256-528055FCDDF9}"/>
          </ac:graphicFrameMkLst>
        </pc:graphicFrameChg>
        <pc:picChg chg="add mod">
          <ac:chgData name="Sofia Negueruela Avellaneda" userId="1355ce59-2ee3-4584-b6f2-c7e4b99958aa" providerId="ADAL" clId="{75AA7C8B-0E1E-45F8-BB8D-1CDD06E81B9F}" dt="2026-03-02T18:44:25.580" v="1971" actId="1076"/>
          <ac:picMkLst>
            <pc:docMk/>
            <pc:sldMk cId="1030600834" sldId="258"/>
            <ac:picMk id="2050" creationId="{514F60A3-66FB-4739-A6CE-F105CC31FF95}"/>
          </ac:picMkLst>
        </pc:picChg>
      </pc:sldChg>
      <pc:sldChg chg="addSp delSp modSp new mod setBg">
        <pc:chgData name="Sofia Negueruela Avellaneda" userId="1355ce59-2ee3-4584-b6f2-c7e4b99958aa" providerId="ADAL" clId="{75AA7C8B-0E1E-45F8-BB8D-1CDD06E81B9F}" dt="2026-02-28T09:06:56.630" v="1581" actId="20577"/>
        <pc:sldMkLst>
          <pc:docMk/>
          <pc:sldMk cId="425261687" sldId="259"/>
        </pc:sldMkLst>
        <pc:spChg chg="mod">
          <ac:chgData name="Sofia Negueruela Avellaneda" userId="1355ce59-2ee3-4584-b6f2-c7e4b99958aa" providerId="ADAL" clId="{75AA7C8B-0E1E-45F8-BB8D-1CDD06E81B9F}" dt="2026-02-28T09:04:52.209" v="1568" actId="26606"/>
          <ac:spMkLst>
            <pc:docMk/>
            <pc:sldMk cId="425261687" sldId="259"/>
            <ac:spMk id="2" creationId="{11E3F92D-8555-03AD-3A5E-90E4BB6D839A}"/>
          </ac:spMkLst>
        </pc:spChg>
        <pc:spChg chg="add">
          <ac:chgData name="Sofia Negueruela Avellaneda" userId="1355ce59-2ee3-4584-b6f2-c7e4b99958aa" providerId="ADAL" clId="{75AA7C8B-0E1E-45F8-BB8D-1CDD06E81B9F}" dt="2026-02-28T09:04:52.209" v="1568" actId="26606"/>
          <ac:spMkLst>
            <pc:docMk/>
            <pc:sldMk cId="425261687" sldId="259"/>
            <ac:spMk id="6" creationId="{BACC6370-2D7E-4714-9D71-7542949D7D5D}"/>
          </ac:spMkLst>
        </pc:spChg>
        <pc:spChg chg="add">
          <ac:chgData name="Sofia Negueruela Avellaneda" userId="1355ce59-2ee3-4584-b6f2-c7e4b99958aa" providerId="ADAL" clId="{75AA7C8B-0E1E-45F8-BB8D-1CDD06E81B9F}" dt="2026-02-28T09:04:52.209" v="1568" actId="26606"/>
          <ac:spMkLst>
            <pc:docMk/>
            <pc:sldMk cId="425261687" sldId="259"/>
            <ac:spMk id="7" creationId="{F68B3F68-107C-434F-AA38-110D5EA91B85}"/>
          </ac:spMkLst>
        </pc:spChg>
        <pc:spChg chg="add">
          <ac:chgData name="Sofia Negueruela Avellaneda" userId="1355ce59-2ee3-4584-b6f2-c7e4b99958aa" providerId="ADAL" clId="{75AA7C8B-0E1E-45F8-BB8D-1CDD06E81B9F}" dt="2026-02-28T09:04:52.209" v="1568" actId="26606"/>
          <ac:spMkLst>
            <pc:docMk/>
            <pc:sldMk cId="425261687" sldId="259"/>
            <ac:spMk id="8" creationId="{AAD0DBB9-1A4B-4391-81D4-CB19F9AB918A}"/>
          </ac:spMkLst>
        </pc:spChg>
        <pc:spChg chg="add">
          <ac:chgData name="Sofia Negueruela Avellaneda" userId="1355ce59-2ee3-4584-b6f2-c7e4b99958aa" providerId="ADAL" clId="{75AA7C8B-0E1E-45F8-BB8D-1CDD06E81B9F}" dt="2026-02-28T09:04:52.209" v="1568" actId="26606"/>
          <ac:spMkLst>
            <pc:docMk/>
            <pc:sldMk cId="425261687" sldId="259"/>
            <ac:spMk id="10" creationId="{063BBA22-50EA-4C4D-BE05-F1CE4E63AA56}"/>
          </ac:spMkLst>
        </pc:spChg>
        <pc:graphicFrameChg chg="add mod modGraphic">
          <ac:chgData name="Sofia Negueruela Avellaneda" userId="1355ce59-2ee3-4584-b6f2-c7e4b99958aa" providerId="ADAL" clId="{75AA7C8B-0E1E-45F8-BB8D-1CDD06E81B9F}" dt="2026-02-28T09:06:56.630" v="1581" actId="20577"/>
          <ac:graphicFrameMkLst>
            <pc:docMk/>
            <pc:sldMk cId="425261687" sldId="259"/>
            <ac:graphicFrameMk id="12" creationId="{5C1E40B6-843E-2169-5EAB-28868D106B4D}"/>
          </ac:graphicFrameMkLst>
        </pc:graphicFrameChg>
      </pc:sldChg>
      <pc:sldChg chg="addSp delSp modSp new mod setBg modShow">
        <pc:chgData name="Sofia Negueruela Avellaneda" userId="1355ce59-2ee3-4584-b6f2-c7e4b99958aa" providerId="ADAL" clId="{75AA7C8B-0E1E-45F8-BB8D-1CDD06E81B9F}" dt="2026-03-02T18:40:33.724" v="1896" actId="729"/>
        <pc:sldMkLst>
          <pc:docMk/>
          <pc:sldMk cId="3677430290" sldId="260"/>
        </pc:sldMkLst>
        <pc:spChg chg="mod">
          <ac:chgData name="Sofia Negueruela Avellaneda" userId="1355ce59-2ee3-4584-b6f2-c7e4b99958aa" providerId="ADAL" clId="{75AA7C8B-0E1E-45F8-BB8D-1CDD06E81B9F}" dt="2026-02-28T08:57:56.194" v="1354" actId="1076"/>
          <ac:spMkLst>
            <pc:docMk/>
            <pc:sldMk cId="3677430290" sldId="260"/>
            <ac:spMk id="2" creationId="{616347DB-7E3C-F1FE-8DA5-65B5F9DDC63E}"/>
          </ac:spMkLst>
        </pc:spChg>
        <pc:graphicFrameChg chg="add mod">
          <ac:chgData name="Sofia Negueruela Avellaneda" userId="1355ce59-2ee3-4584-b6f2-c7e4b99958aa" providerId="ADAL" clId="{75AA7C8B-0E1E-45F8-BB8D-1CDD06E81B9F}" dt="2026-02-28T08:58:22.796" v="1378" actId="1076"/>
          <ac:graphicFrameMkLst>
            <pc:docMk/>
            <pc:sldMk cId="3677430290" sldId="260"/>
            <ac:graphicFrameMk id="18" creationId="{FFA7EFE8-EA38-12FD-3D40-36B2CE82C567}"/>
          </ac:graphicFrameMkLst>
        </pc:graphicFrameChg>
        <pc:picChg chg="add mod">
          <ac:chgData name="Sofia Negueruela Avellaneda" userId="1355ce59-2ee3-4584-b6f2-c7e4b99958aa" providerId="ADAL" clId="{75AA7C8B-0E1E-45F8-BB8D-1CDD06E81B9F}" dt="2026-02-28T08:58:22.796" v="1378" actId="1076"/>
          <ac:picMkLst>
            <pc:docMk/>
            <pc:sldMk cId="3677430290" sldId="260"/>
            <ac:picMk id="27" creationId="{81C8CF74-07A9-8E7A-C2D3-6A22004815C1}"/>
          </ac:picMkLst>
        </pc:picChg>
        <pc:picChg chg="add mod">
          <ac:chgData name="Sofia Negueruela Avellaneda" userId="1355ce59-2ee3-4584-b6f2-c7e4b99958aa" providerId="ADAL" clId="{75AA7C8B-0E1E-45F8-BB8D-1CDD06E81B9F}" dt="2026-02-28T08:58:22.796" v="1378" actId="1076"/>
          <ac:picMkLst>
            <pc:docMk/>
            <pc:sldMk cId="3677430290" sldId="260"/>
            <ac:picMk id="34" creationId="{54E43329-3D0D-E460-3628-1A3BD47EA969}"/>
          </ac:picMkLst>
        </pc:picChg>
        <pc:picChg chg="add mod">
          <ac:chgData name="Sofia Negueruela Avellaneda" userId="1355ce59-2ee3-4584-b6f2-c7e4b99958aa" providerId="ADAL" clId="{75AA7C8B-0E1E-45F8-BB8D-1CDD06E81B9F}" dt="2026-02-28T08:58:22.796" v="1378" actId="1076"/>
          <ac:picMkLst>
            <pc:docMk/>
            <pc:sldMk cId="3677430290" sldId="260"/>
            <ac:picMk id="36" creationId="{744676F7-EC39-0C5D-2C1D-336A58715011}"/>
          </ac:picMkLst>
        </pc:picChg>
      </pc:sldChg>
      <pc:sldChg chg="addSp delSp modSp new mod setBg">
        <pc:chgData name="Sofia Negueruela Avellaneda" userId="1355ce59-2ee3-4584-b6f2-c7e4b99958aa" providerId="ADAL" clId="{75AA7C8B-0E1E-45F8-BB8D-1CDD06E81B9F}" dt="2026-03-02T18:40:59.329" v="1942" actId="20577"/>
        <pc:sldMkLst>
          <pc:docMk/>
          <pc:sldMk cId="2168037090" sldId="261"/>
        </pc:sldMkLst>
        <pc:spChg chg="mod">
          <ac:chgData name="Sofia Negueruela Avellaneda" userId="1355ce59-2ee3-4584-b6f2-c7e4b99958aa" providerId="ADAL" clId="{75AA7C8B-0E1E-45F8-BB8D-1CDD06E81B9F}" dt="2026-02-28T09:15:14.320" v="1819" actId="26606"/>
          <ac:spMkLst>
            <pc:docMk/>
            <pc:sldMk cId="2168037090" sldId="261"/>
            <ac:spMk id="2" creationId="{FE66AD63-0932-AD98-022F-899963987123}"/>
          </ac:spMkLst>
        </pc:spChg>
        <pc:spChg chg="add">
          <ac:chgData name="Sofia Negueruela Avellaneda" userId="1355ce59-2ee3-4584-b6f2-c7e4b99958aa" providerId="ADAL" clId="{75AA7C8B-0E1E-45F8-BB8D-1CDD06E81B9F}" dt="2026-02-28T09:15:14.320" v="1819" actId="26606"/>
          <ac:spMkLst>
            <pc:docMk/>
            <pc:sldMk cId="2168037090" sldId="261"/>
            <ac:spMk id="13" creationId="{257363FD-7E77-4145-9483-331A807ADF0E}"/>
          </ac:spMkLst>
        </pc:spChg>
        <pc:graphicFrameChg chg="add mod modGraphic">
          <ac:chgData name="Sofia Negueruela Avellaneda" userId="1355ce59-2ee3-4584-b6f2-c7e4b99958aa" providerId="ADAL" clId="{75AA7C8B-0E1E-45F8-BB8D-1CDD06E81B9F}" dt="2026-03-02T18:40:59.329" v="1942" actId="20577"/>
          <ac:graphicFrameMkLst>
            <pc:docMk/>
            <pc:sldMk cId="2168037090" sldId="261"/>
            <ac:graphicFrameMk id="8" creationId="{66D59420-5E69-5A4D-F5AA-9E440A37E196}"/>
          </ac:graphicFrameMkLst>
        </pc:graphicFrameChg>
      </pc:sldChg>
      <pc:sldChg chg="addSp delSp modSp new mod setBg">
        <pc:chgData name="Sofia Negueruela Avellaneda" userId="1355ce59-2ee3-4584-b6f2-c7e4b99958aa" providerId="ADAL" clId="{75AA7C8B-0E1E-45F8-BB8D-1CDD06E81B9F}" dt="2026-02-28T09:28:30.680" v="1878" actId="14100"/>
        <pc:sldMkLst>
          <pc:docMk/>
          <pc:sldMk cId="2728812356" sldId="262"/>
        </pc:sldMkLst>
        <pc:spChg chg="mod">
          <ac:chgData name="Sofia Negueruela Avellaneda" userId="1355ce59-2ee3-4584-b6f2-c7e4b99958aa" providerId="ADAL" clId="{75AA7C8B-0E1E-45F8-BB8D-1CDD06E81B9F}" dt="2026-02-28T09:27:29.720" v="1871" actId="26606"/>
          <ac:spMkLst>
            <pc:docMk/>
            <pc:sldMk cId="2728812356" sldId="262"/>
            <ac:spMk id="2" creationId="{F686147F-815A-DA68-1CCD-47FA928A498D}"/>
          </ac:spMkLst>
        </pc:spChg>
        <pc:spChg chg="add">
          <ac:chgData name="Sofia Negueruela Avellaneda" userId="1355ce59-2ee3-4584-b6f2-c7e4b99958aa" providerId="ADAL" clId="{75AA7C8B-0E1E-45F8-BB8D-1CDD06E81B9F}" dt="2026-02-28T09:27:29.720" v="1871" actId="26606"/>
          <ac:spMkLst>
            <pc:docMk/>
            <pc:sldMk cId="2728812356" sldId="262"/>
            <ac:spMk id="43" creationId="{BACC6370-2D7E-4714-9D71-7542949D7D5D}"/>
          </ac:spMkLst>
        </pc:spChg>
        <pc:spChg chg="add">
          <ac:chgData name="Sofia Negueruela Avellaneda" userId="1355ce59-2ee3-4584-b6f2-c7e4b99958aa" providerId="ADAL" clId="{75AA7C8B-0E1E-45F8-BB8D-1CDD06E81B9F}" dt="2026-02-28T09:27:29.720" v="1871" actId="26606"/>
          <ac:spMkLst>
            <pc:docMk/>
            <pc:sldMk cId="2728812356" sldId="262"/>
            <ac:spMk id="45" creationId="{F68B3F68-107C-434F-AA38-110D5EA91B85}"/>
          </ac:spMkLst>
        </pc:spChg>
        <pc:spChg chg="add">
          <ac:chgData name="Sofia Negueruela Avellaneda" userId="1355ce59-2ee3-4584-b6f2-c7e4b99958aa" providerId="ADAL" clId="{75AA7C8B-0E1E-45F8-BB8D-1CDD06E81B9F}" dt="2026-02-28T09:27:29.720" v="1871" actId="26606"/>
          <ac:spMkLst>
            <pc:docMk/>
            <pc:sldMk cId="2728812356" sldId="262"/>
            <ac:spMk id="47" creationId="{AAD0DBB9-1A4B-4391-81D4-CB19F9AB918A}"/>
          </ac:spMkLst>
        </pc:spChg>
        <pc:spChg chg="add">
          <ac:chgData name="Sofia Negueruela Avellaneda" userId="1355ce59-2ee3-4584-b6f2-c7e4b99958aa" providerId="ADAL" clId="{75AA7C8B-0E1E-45F8-BB8D-1CDD06E81B9F}" dt="2026-02-28T09:27:29.720" v="1871" actId="26606"/>
          <ac:spMkLst>
            <pc:docMk/>
            <pc:sldMk cId="2728812356" sldId="262"/>
            <ac:spMk id="49" creationId="{063BBA22-50EA-4C4D-BE05-F1CE4E63AA56}"/>
          </ac:spMkLst>
        </pc:spChg>
        <pc:graphicFrameChg chg="add mod modGraphic">
          <ac:chgData name="Sofia Negueruela Avellaneda" userId="1355ce59-2ee3-4584-b6f2-c7e4b99958aa" providerId="ADAL" clId="{75AA7C8B-0E1E-45F8-BB8D-1CDD06E81B9F}" dt="2026-02-28T09:28:30.680" v="1878" actId="14100"/>
          <ac:graphicFrameMkLst>
            <pc:docMk/>
            <pc:sldMk cId="2728812356" sldId="262"/>
            <ac:graphicFrameMk id="7" creationId="{F11D2317-1CAC-1D7C-B882-9909ECBA207B}"/>
          </ac:graphicFrameMkLst>
        </pc:graphicFrameChg>
      </pc:sldChg>
      <pc:sldChg chg="addSp delSp modSp new mod setBg modClrScheme chgLayout">
        <pc:chgData name="Sofia Negueruela Avellaneda" userId="1355ce59-2ee3-4584-b6f2-c7e4b99958aa" providerId="ADAL" clId="{75AA7C8B-0E1E-45F8-BB8D-1CDD06E81B9F}" dt="2026-02-28T09:31:32.483" v="1884" actId="26606"/>
        <pc:sldMkLst>
          <pc:docMk/>
          <pc:sldMk cId="1040330078" sldId="266"/>
        </pc:sldMkLst>
        <pc:spChg chg="add">
          <ac:chgData name="Sofia Negueruela Avellaneda" userId="1355ce59-2ee3-4584-b6f2-c7e4b99958aa" providerId="ADAL" clId="{75AA7C8B-0E1E-45F8-BB8D-1CDD06E81B9F}" dt="2026-02-28T09:31:32.483" v="1884" actId="26606"/>
          <ac:spMkLst>
            <pc:docMk/>
            <pc:sldMk cId="1040330078" sldId="266"/>
            <ac:spMk id="11" creationId="{AB8C311F-7253-4AED-9701-7FC0708C41C7}"/>
          </ac:spMkLst>
        </pc:spChg>
        <pc:spChg chg="add">
          <ac:chgData name="Sofia Negueruela Avellaneda" userId="1355ce59-2ee3-4584-b6f2-c7e4b99958aa" providerId="ADAL" clId="{75AA7C8B-0E1E-45F8-BB8D-1CDD06E81B9F}" dt="2026-02-28T09:31:32.483" v="1884" actId="26606"/>
          <ac:spMkLst>
            <pc:docMk/>
            <pc:sldMk cId="1040330078" sldId="266"/>
            <ac:spMk id="13" creationId="{E2384209-CB15-4CDF-9D31-C44FD9A3F20D}"/>
          </ac:spMkLst>
        </pc:spChg>
        <pc:spChg chg="add">
          <ac:chgData name="Sofia Negueruela Avellaneda" userId="1355ce59-2ee3-4584-b6f2-c7e4b99958aa" providerId="ADAL" clId="{75AA7C8B-0E1E-45F8-BB8D-1CDD06E81B9F}" dt="2026-02-28T09:31:32.483" v="1884" actId="26606"/>
          <ac:spMkLst>
            <pc:docMk/>
            <pc:sldMk cId="1040330078" sldId="266"/>
            <ac:spMk id="15" creationId="{2633B3B5-CC90-43F0-8714-D31D1F3F0209}"/>
          </ac:spMkLst>
        </pc:spChg>
        <pc:spChg chg="add">
          <ac:chgData name="Sofia Negueruela Avellaneda" userId="1355ce59-2ee3-4584-b6f2-c7e4b99958aa" providerId="ADAL" clId="{75AA7C8B-0E1E-45F8-BB8D-1CDD06E81B9F}" dt="2026-02-28T09:31:32.483" v="1884" actId="26606"/>
          <ac:spMkLst>
            <pc:docMk/>
            <pc:sldMk cId="1040330078" sldId="266"/>
            <ac:spMk id="17" creationId="{A8D57A06-A426-446D-B02C-A2DC6B62E45E}"/>
          </ac:spMkLst>
        </pc:spChg>
        <pc:picChg chg="add mod">
          <ac:chgData name="Sofia Negueruela Avellaneda" userId="1355ce59-2ee3-4584-b6f2-c7e4b99958aa" providerId="ADAL" clId="{75AA7C8B-0E1E-45F8-BB8D-1CDD06E81B9F}" dt="2026-02-28T09:31:32.483" v="1884" actId="26606"/>
          <ac:picMkLst>
            <pc:docMk/>
            <pc:sldMk cId="1040330078" sldId="266"/>
            <ac:picMk id="6" creationId="{116BDB03-E13F-97A2-9748-CC28B2354F8E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B01EC7-7C81-43BB-B80E-1D366AF4108F}" type="doc">
      <dgm:prSet loTypeId="urn:microsoft.com/office/officeart/2005/8/layout/hierarchy1" loCatId="hierarchy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BDC84F2-4466-49E5-B9C3-6A4FDBE43208}">
      <dgm:prSet custT="1"/>
      <dgm:spPr/>
      <dgm:t>
        <a:bodyPr/>
        <a:lstStyle/>
        <a:p>
          <a:pPr>
            <a:defRPr cap="all"/>
          </a:pPr>
          <a:r>
            <a:rPr lang="es-ES" sz="2400" dirty="0"/>
            <a:t>Documentación inconexa</a:t>
          </a:r>
          <a:endParaRPr lang="en-US" sz="2400" dirty="0"/>
        </a:p>
      </dgm:t>
    </dgm:pt>
    <dgm:pt modelId="{95344A8D-0746-45CA-BF98-99ADE8DAC399}" type="parTrans" cxnId="{791C63E8-9F52-418D-B34B-2855D06CACDC}">
      <dgm:prSet/>
      <dgm:spPr/>
      <dgm:t>
        <a:bodyPr/>
        <a:lstStyle/>
        <a:p>
          <a:endParaRPr lang="en-US"/>
        </a:p>
      </dgm:t>
    </dgm:pt>
    <dgm:pt modelId="{07C7762A-B501-4F3A-A82C-CDE6497E6B4F}" type="sibTrans" cxnId="{791C63E8-9F52-418D-B34B-2855D06CACDC}">
      <dgm:prSet/>
      <dgm:spPr/>
      <dgm:t>
        <a:bodyPr/>
        <a:lstStyle/>
        <a:p>
          <a:endParaRPr lang="en-US"/>
        </a:p>
      </dgm:t>
    </dgm:pt>
    <dgm:pt modelId="{F26E15FF-3CF1-4D31-BF2A-67126459A95B}">
      <dgm:prSet custT="1"/>
      <dgm:spPr/>
      <dgm:t>
        <a:bodyPr/>
        <a:lstStyle/>
        <a:p>
          <a:pPr>
            <a:defRPr cap="all"/>
          </a:pPr>
          <a:r>
            <a:rPr lang="es-ES" sz="2400" dirty="0"/>
            <a:t>Consultas enumerativas</a:t>
          </a:r>
          <a:endParaRPr lang="en-US" sz="2400" dirty="0"/>
        </a:p>
      </dgm:t>
    </dgm:pt>
    <dgm:pt modelId="{725EFDEB-6494-4B61-BD9E-81917165F461}" type="sibTrans" cxnId="{712140D5-B1BB-4FBA-96DC-3DA8C00668C8}">
      <dgm:prSet/>
      <dgm:spPr/>
      <dgm:t>
        <a:bodyPr/>
        <a:lstStyle/>
        <a:p>
          <a:endParaRPr lang="en-US"/>
        </a:p>
      </dgm:t>
    </dgm:pt>
    <dgm:pt modelId="{F132B41F-A980-4809-B1DB-216D9D11B936}" type="parTrans" cxnId="{712140D5-B1BB-4FBA-96DC-3DA8C00668C8}">
      <dgm:prSet/>
      <dgm:spPr/>
      <dgm:t>
        <a:bodyPr/>
        <a:lstStyle/>
        <a:p>
          <a:endParaRPr lang="en-US"/>
        </a:p>
      </dgm:t>
    </dgm:pt>
    <dgm:pt modelId="{344E23AA-E831-4B78-9367-27718AAE81FC}" type="pres">
      <dgm:prSet presAssocID="{1AB01EC7-7C81-43BB-B80E-1D366AF4108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1F4149C-976B-4AFB-8C46-CAC411E88BB8}" type="pres">
      <dgm:prSet presAssocID="{7BDC84F2-4466-49E5-B9C3-6A4FDBE43208}" presName="hierRoot1" presStyleCnt="0"/>
      <dgm:spPr/>
    </dgm:pt>
    <dgm:pt modelId="{0D80F7C1-0CF8-43AF-A57E-724596FC81DC}" type="pres">
      <dgm:prSet presAssocID="{7BDC84F2-4466-49E5-B9C3-6A4FDBE43208}" presName="composite" presStyleCnt="0"/>
      <dgm:spPr/>
    </dgm:pt>
    <dgm:pt modelId="{D31934A3-6336-4864-B34B-BE5F20A1B12F}" type="pres">
      <dgm:prSet presAssocID="{7BDC84F2-4466-49E5-B9C3-6A4FDBE43208}" presName="background" presStyleLbl="node0" presStyleIdx="0" presStyleCnt="2"/>
      <dgm:spPr/>
    </dgm:pt>
    <dgm:pt modelId="{29D56EC2-43CB-49AC-AC3E-E1806FA0F64F}" type="pres">
      <dgm:prSet presAssocID="{7BDC84F2-4466-49E5-B9C3-6A4FDBE43208}" presName="text" presStyleLbl="fgAcc0" presStyleIdx="0" presStyleCnt="2" custScaleX="125456">
        <dgm:presLayoutVars>
          <dgm:chPref val="3"/>
        </dgm:presLayoutVars>
      </dgm:prSet>
      <dgm:spPr/>
    </dgm:pt>
    <dgm:pt modelId="{848EBE96-B428-4E6F-88F8-944AC7F26B2B}" type="pres">
      <dgm:prSet presAssocID="{7BDC84F2-4466-49E5-B9C3-6A4FDBE43208}" presName="hierChild2" presStyleCnt="0"/>
      <dgm:spPr/>
    </dgm:pt>
    <dgm:pt modelId="{58B2CE2D-4E33-45E7-A6C0-47966BB43F33}" type="pres">
      <dgm:prSet presAssocID="{F26E15FF-3CF1-4D31-BF2A-67126459A95B}" presName="hierRoot1" presStyleCnt="0"/>
      <dgm:spPr/>
    </dgm:pt>
    <dgm:pt modelId="{F82A9A9E-816A-4475-AD79-44859CECB872}" type="pres">
      <dgm:prSet presAssocID="{F26E15FF-3CF1-4D31-BF2A-67126459A95B}" presName="composite" presStyleCnt="0"/>
      <dgm:spPr/>
    </dgm:pt>
    <dgm:pt modelId="{A7E3CA9E-0CF3-4900-A4C9-B6C583FED9C6}" type="pres">
      <dgm:prSet presAssocID="{F26E15FF-3CF1-4D31-BF2A-67126459A95B}" presName="background" presStyleLbl="node0" presStyleIdx="1" presStyleCnt="2"/>
      <dgm:spPr/>
    </dgm:pt>
    <dgm:pt modelId="{ADAA13ED-4082-4341-BC9E-E5C4BFCB5479}" type="pres">
      <dgm:prSet presAssocID="{F26E15FF-3CF1-4D31-BF2A-67126459A95B}" presName="text" presStyleLbl="fgAcc0" presStyleIdx="1" presStyleCnt="2" custScaleX="125456">
        <dgm:presLayoutVars>
          <dgm:chPref val="3"/>
        </dgm:presLayoutVars>
      </dgm:prSet>
      <dgm:spPr/>
    </dgm:pt>
    <dgm:pt modelId="{F3491DFA-2450-47EE-B0AC-074A4AE7EDEB}" type="pres">
      <dgm:prSet presAssocID="{F26E15FF-3CF1-4D31-BF2A-67126459A95B}" presName="hierChild2" presStyleCnt="0"/>
      <dgm:spPr/>
    </dgm:pt>
  </dgm:ptLst>
  <dgm:cxnLst>
    <dgm:cxn modelId="{D79D480E-F322-44B9-8108-9C626FEA81B7}" type="presOf" srcId="{1AB01EC7-7C81-43BB-B80E-1D366AF4108F}" destId="{344E23AA-E831-4B78-9367-27718AAE81FC}" srcOrd="0" destOrd="0" presId="urn:microsoft.com/office/officeart/2005/8/layout/hierarchy1"/>
    <dgm:cxn modelId="{ED894254-E498-4CC7-9AEA-D235C55C4758}" type="presOf" srcId="{7BDC84F2-4466-49E5-B9C3-6A4FDBE43208}" destId="{29D56EC2-43CB-49AC-AC3E-E1806FA0F64F}" srcOrd="0" destOrd="0" presId="urn:microsoft.com/office/officeart/2005/8/layout/hierarchy1"/>
    <dgm:cxn modelId="{B8C52D77-F39D-4E69-AA02-B611F947027D}" type="presOf" srcId="{F26E15FF-3CF1-4D31-BF2A-67126459A95B}" destId="{ADAA13ED-4082-4341-BC9E-E5C4BFCB5479}" srcOrd="0" destOrd="0" presId="urn:microsoft.com/office/officeart/2005/8/layout/hierarchy1"/>
    <dgm:cxn modelId="{712140D5-B1BB-4FBA-96DC-3DA8C00668C8}" srcId="{1AB01EC7-7C81-43BB-B80E-1D366AF4108F}" destId="{F26E15FF-3CF1-4D31-BF2A-67126459A95B}" srcOrd="1" destOrd="0" parTransId="{F132B41F-A980-4809-B1DB-216D9D11B936}" sibTransId="{725EFDEB-6494-4B61-BD9E-81917165F461}"/>
    <dgm:cxn modelId="{791C63E8-9F52-418D-B34B-2855D06CACDC}" srcId="{1AB01EC7-7C81-43BB-B80E-1D366AF4108F}" destId="{7BDC84F2-4466-49E5-B9C3-6A4FDBE43208}" srcOrd="0" destOrd="0" parTransId="{95344A8D-0746-45CA-BF98-99ADE8DAC399}" sibTransId="{07C7762A-B501-4F3A-A82C-CDE6497E6B4F}"/>
    <dgm:cxn modelId="{C7995F36-D449-4230-A0DC-172A40EA2C4C}" type="presParOf" srcId="{344E23AA-E831-4B78-9367-27718AAE81FC}" destId="{11F4149C-976B-4AFB-8C46-CAC411E88BB8}" srcOrd="0" destOrd="0" presId="urn:microsoft.com/office/officeart/2005/8/layout/hierarchy1"/>
    <dgm:cxn modelId="{0FA4CC4F-BFFD-41A6-B5E5-EC224C782AA1}" type="presParOf" srcId="{11F4149C-976B-4AFB-8C46-CAC411E88BB8}" destId="{0D80F7C1-0CF8-43AF-A57E-724596FC81DC}" srcOrd="0" destOrd="0" presId="urn:microsoft.com/office/officeart/2005/8/layout/hierarchy1"/>
    <dgm:cxn modelId="{A578D9F6-72AA-4FB2-8A4C-02C2784DAEA2}" type="presParOf" srcId="{0D80F7C1-0CF8-43AF-A57E-724596FC81DC}" destId="{D31934A3-6336-4864-B34B-BE5F20A1B12F}" srcOrd="0" destOrd="0" presId="urn:microsoft.com/office/officeart/2005/8/layout/hierarchy1"/>
    <dgm:cxn modelId="{D2DA24BC-85CE-4EB3-A9F0-31D18101D084}" type="presParOf" srcId="{0D80F7C1-0CF8-43AF-A57E-724596FC81DC}" destId="{29D56EC2-43CB-49AC-AC3E-E1806FA0F64F}" srcOrd="1" destOrd="0" presId="urn:microsoft.com/office/officeart/2005/8/layout/hierarchy1"/>
    <dgm:cxn modelId="{89777D07-C3E7-4FB6-9836-302C3763A001}" type="presParOf" srcId="{11F4149C-976B-4AFB-8C46-CAC411E88BB8}" destId="{848EBE96-B428-4E6F-88F8-944AC7F26B2B}" srcOrd="1" destOrd="0" presId="urn:microsoft.com/office/officeart/2005/8/layout/hierarchy1"/>
    <dgm:cxn modelId="{E97BA47A-5FB1-4536-93D7-8E27CF8BFA89}" type="presParOf" srcId="{344E23AA-E831-4B78-9367-27718AAE81FC}" destId="{58B2CE2D-4E33-45E7-A6C0-47966BB43F33}" srcOrd="1" destOrd="0" presId="urn:microsoft.com/office/officeart/2005/8/layout/hierarchy1"/>
    <dgm:cxn modelId="{7639B524-BF7E-48AB-81D6-C36061E08853}" type="presParOf" srcId="{58B2CE2D-4E33-45E7-A6C0-47966BB43F33}" destId="{F82A9A9E-816A-4475-AD79-44859CECB872}" srcOrd="0" destOrd="0" presId="urn:microsoft.com/office/officeart/2005/8/layout/hierarchy1"/>
    <dgm:cxn modelId="{88B8839C-7242-4825-8567-AA409196E9CA}" type="presParOf" srcId="{F82A9A9E-816A-4475-AD79-44859CECB872}" destId="{A7E3CA9E-0CF3-4900-A4C9-B6C583FED9C6}" srcOrd="0" destOrd="0" presId="urn:microsoft.com/office/officeart/2005/8/layout/hierarchy1"/>
    <dgm:cxn modelId="{A106B7E6-FBF5-4CE7-A86E-74FE2AF45388}" type="presParOf" srcId="{F82A9A9E-816A-4475-AD79-44859CECB872}" destId="{ADAA13ED-4082-4341-BC9E-E5C4BFCB5479}" srcOrd="1" destOrd="0" presId="urn:microsoft.com/office/officeart/2005/8/layout/hierarchy1"/>
    <dgm:cxn modelId="{DF00496F-4370-412F-953F-2CAB4ED0D135}" type="presParOf" srcId="{58B2CE2D-4E33-45E7-A6C0-47966BB43F33}" destId="{F3491DFA-2450-47EE-B0AC-074A4AE7EDE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C4E861-0868-47FF-BFCA-93A0A3922488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352A6CA-5139-4EB1-B112-78D017F6D12E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sz="2400" dirty="0"/>
            <a:t>Procesamiento e ingesta documental</a:t>
          </a:r>
          <a:endParaRPr lang="en-US" sz="2400" dirty="0"/>
        </a:p>
      </dgm:t>
    </dgm:pt>
    <dgm:pt modelId="{41054891-832B-4210-8C13-A4C5DB3CAF66}" type="parTrans" cxnId="{F65A6722-3AFB-48EF-9A99-F8AFCBF229D3}">
      <dgm:prSet/>
      <dgm:spPr/>
      <dgm:t>
        <a:bodyPr/>
        <a:lstStyle/>
        <a:p>
          <a:endParaRPr lang="en-US" sz="2800"/>
        </a:p>
      </dgm:t>
    </dgm:pt>
    <dgm:pt modelId="{A776357F-DDF1-4562-98F8-8B0B42A10003}" type="sibTrans" cxnId="{F65A6722-3AFB-48EF-9A99-F8AFCBF229D3}">
      <dgm:prSet/>
      <dgm:spPr/>
      <dgm:t>
        <a:bodyPr/>
        <a:lstStyle/>
        <a:p>
          <a:endParaRPr lang="en-US" sz="2800"/>
        </a:p>
      </dgm:t>
    </dgm:pt>
    <dgm:pt modelId="{38D9A974-7BA0-4DEF-9507-B2155A48B2E1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sz="2400"/>
            <a:t>Representación del conocimiento</a:t>
          </a:r>
          <a:endParaRPr lang="en-US" sz="2400" dirty="0"/>
        </a:p>
      </dgm:t>
    </dgm:pt>
    <dgm:pt modelId="{ED00A0C9-74FA-4BFB-84EA-30487C20F142}" type="parTrans" cxnId="{31518E10-C8F0-4ADB-B9E2-EEAC63E96767}">
      <dgm:prSet/>
      <dgm:spPr/>
      <dgm:t>
        <a:bodyPr/>
        <a:lstStyle/>
        <a:p>
          <a:endParaRPr lang="en-US" sz="2800"/>
        </a:p>
      </dgm:t>
    </dgm:pt>
    <dgm:pt modelId="{769661A2-4087-48AF-9923-4CDA3B7816F2}" type="sibTrans" cxnId="{31518E10-C8F0-4ADB-B9E2-EEAC63E96767}">
      <dgm:prSet/>
      <dgm:spPr/>
      <dgm:t>
        <a:bodyPr/>
        <a:lstStyle/>
        <a:p>
          <a:endParaRPr lang="en-US" sz="2800"/>
        </a:p>
      </dgm:t>
    </dgm:pt>
    <dgm:pt modelId="{C2B509AA-4389-4F64-A5BE-26AC677292B9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sz="2400" dirty="0"/>
            <a:t>Estrategias experimentales</a:t>
          </a:r>
          <a:endParaRPr lang="en-US" sz="2400" dirty="0"/>
        </a:p>
      </dgm:t>
    </dgm:pt>
    <dgm:pt modelId="{EAF27205-A741-4F49-9B1C-E30C54131061}" type="sibTrans" cxnId="{DEACED4F-37F4-4DB6-A3D9-148C62EAC31E}">
      <dgm:prSet/>
      <dgm:spPr/>
      <dgm:t>
        <a:bodyPr/>
        <a:lstStyle/>
        <a:p>
          <a:endParaRPr lang="en-US" sz="2800"/>
        </a:p>
      </dgm:t>
    </dgm:pt>
    <dgm:pt modelId="{DAE2D792-A9B0-49A9-B322-AF27492F8A62}" type="parTrans" cxnId="{DEACED4F-37F4-4DB6-A3D9-148C62EAC31E}">
      <dgm:prSet/>
      <dgm:spPr/>
      <dgm:t>
        <a:bodyPr/>
        <a:lstStyle/>
        <a:p>
          <a:endParaRPr lang="en-US" sz="2800"/>
        </a:p>
      </dgm:t>
    </dgm:pt>
    <dgm:pt modelId="{ED9BB023-5A6C-4A95-9385-8E098C67B870}" type="pres">
      <dgm:prSet presAssocID="{6FC4E861-0868-47FF-BFCA-93A0A3922488}" presName="root" presStyleCnt="0">
        <dgm:presLayoutVars>
          <dgm:dir/>
          <dgm:resizeHandles val="exact"/>
        </dgm:presLayoutVars>
      </dgm:prSet>
      <dgm:spPr/>
    </dgm:pt>
    <dgm:pt modelId="{7F2AA2AF-BD60-4D14-92F5-B18C5EF1E2FD}" type="pres">
      <dgm:prSet presAssocID="{4352A6CA-5139-4EB1-B112-78D017F6D12E}" presName="compNode" presStyleCnt="0"/>
      <dgm:spPr/>
    </dgm:pt>
    <dgm:pt modelId="{DD365984-2AD5-4E3F-A8FA-3D2F2EBDE109}" type="pres">
      <dgm:prSet presAssocID="{4352A6CA-5139-4EB1-B112-78D017F6D12E}" presName="iconBgRect" presStyleLbl="bgShp" presStyleIdx="0" presStyleCnt="3"/>
      <dgm:spPr>
        <a:solidFill>
          <a:srgbClr val="E7E8E9"/>
        </a:solidFill>
      </dgm:spPr>
    </dgm:pt>
    <dgm:pt modelId="{82FB9B85-4ED6-4128-9654-0B081E2D6600}" type="pres">
      <dgm:prSet presAssocID="{4352A6CA-5139-4EB1-B112-78D017F6D12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2FF6E9B1-96D4-41C2-A794-BB17C3C44C02}" type="pres">
      <dgm:prSet presAssocID="{4352A6CA-5139-4EB1-B112-78D017F6D12E}" presName="spaceRect" presStyleCnt="0"/>
      <dgm:spPr/>
    </dgm:pt>
    <dgm:pt modelId="{DE581EE1-EE5F-4809-A080-E00273BC6AF8}" type="pres">
      <dgm:prSet presAssocID="{4352A6CA-5139-4EB1-B112-78D017F6D12E}" presName="textRect" presStyleLbl="revTx" presStyleIdx="0" presStyleCnt="3">
        <dgm:presLayoutVars>
          <dgm:chMax val="1"/>
          <dgm:chPref val="1"/>
        </dgm:presLayoutVars>
      </dgm:prSet>
      <dgm:spPr/>
    </dgm:pt>
    <dgm:pt modelId="{0560F99B-AB12-48EA-9901-4DBA2C44A01E}" type="pres">
      <dgm:prSet presAssocID="{A776357F-DDF1-4562-98F8-8B0B42A10003}" presName="sibTrans" presStyleCnt="0"/>
      <dgm:spPr/>
    </dgm:pt>
    <dgm:pt modelId="{FCE91B87-69D2-4B30-9612-C46184D2F645}" type="pres">
      <dgm:prSet presAssocID="{38D9A974-7BA0-4DEF-9507-B2155A48B2E1}" presName="compNode" presStyleCnt="0"/>
      <dgm:spPr/>
    </dgm:pt>
    <dgm:pt modelId="{1220C838-E784-4DA3-9273-0B76679392BD}" type="pres">
      <dgm:prSet presAssocID="{38D9A974-7BA0-4DEF-9507-B2155A48B2E1}" presName="iconBgRect" presStyleLbl="bgShp" presStyleIdx="1" presStyleCnt="3"/>
      <dgm:spPr>
        <a:solidFill>
          <a:srgbClr val="E7E8E9"/>
        </a:solidFill>
      </dgm:spPr>
    </dgm:pt>
    <dgm:pt modelId="{33CA0072-5D85-4C2D-B8D7-8FF03FEEEE56}" type="pres">
      <dgm:prSet presAssocID="{38D9A974-7BA0-4DEF-9507-B2155A48B2E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DA4F87EE-0AAB-4D70-B045-9D6FC4E82AE5}" type="pres">
      <dgm:prSet presAssocID="{38D9A974-7BA0-4DEF-9507-B2155A48B2E1}" presName="spaceRect" presStyleCnt="0"/>
      <dgm:spPr/>
    </dgm:pt>
    <dgm:pt modelId="{67F868FC-6A9E-4AC8-8F97-849B789B1334}" type="pres">
      <dgm:prSet presAssocID="{38D9A974-7BA0-4DEF-9507-B2155A48B2E1}" presName="textRect" presStyleLbl="revTx" presStyleIdx="1" presStyleCnt="3">
        <dgm:presLayoutVars>
          <dgm:chMax val="1"/>
          <dgm:chPref val="1"/>
        </dgm:presLayoutVars>
      </dgm:prSet>
      <dgm:spPr/>
    </dgm:pt>
    <dgm:pt modelId="{15CE007F-AC3D-498F-AE5B-6BF08159EE64}" type="pres">
      <dgm:prSet presAssocID="{769661A2-4087-48AF-9923-4CDA3B7816F2}" presName="sibTrans" presStyleCnt="0"/>
      <dgm:spPr/>
    </dgm:pt>
    <dgm:pt modelId="{C40E5717-A10B-4270-80E1-B369BC66D561}" type="pres">
      <dgm:prSet presAssocID="{C2B509AA-4389-4F64-A5BE-26AC677292B9}" presName="compNode" presStyleCnt="0"/>
      <dgm:spPr/>
    </dgm:pt>
    <dgm:pt modelId="{C76CD1A8-3DDA-4987-94EF-AA23A7E91872}" type="pres">
      <dgm:prSet presAssocID="{C2B509AA-4389-4F64-A5BE-26AC677292B9}" presName="iconBgRect" presStyleLbl="bgShp" presStyleIdx="2" presStyleCnt="3"/>
      <dgm:spPr>
        <a:solidFill>
          <a:srgbClr val="E7E8E9"/>
        </a:solidFill>
      </dgm:spPr>
    </dgm:pt>
    <dgm:pt modelId="{33CD03E7-11AA-490F-B72B-876FA37F7EF2}" type="pres">
      <dgm:prSet presAssocID="{C2B509AA-4389-4F64-A5BE-26AC677292B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C6B8777-DF33-416A-8B56-B1CC15172D5A}" type="pres">
      <dgm:prSet presAssocID="{C2B509AA-4389-4F64-A5BE-26AC677292B9}" presName="spaceRect" presStyleCnt="0"/>
      <dgm:spPr/>
    </dgm:pt>
    <dgm:pt modelId="{6449CBB3-612D-47FF-B051-D920A777D74F}" type="pres">
      <dgm:prSet presAssocID="{C2B509AA-4389-4F64-A5BE-26AC677292B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1518E10-C8F0-4ADB-B9E2-EEAC63E96767}" srcId="{6FC4E861-0868-47FF-BFCA-93A0A3922488}" destId="{38D9A974-7BA0-4DEF-9507-B2155A48B2E1}" srcOrd="1" destOrd="0" parTransId="{ED00A0C9-74FA-4BFB-84EA-30487C20F142}" sibTransId="{769661A2-4087-48AF-9923-4CDA3B7816F2}"/>
    <dgm:cxn modelId="{F65A6722-3AFB-48EF-9A99-F8AFCBF229D3}" srcId="{6FC4E861-0868-47FF-BFCA-93A0A3922488}" destId="{4352A6CA-5139-4EB1-B112-78D017F6D12E}" srcOrd="0" destOrd="0" parTransId="{41054891-832B-4210-8C13-A4C5DB3CAF66}" sibTransId="{A776357F-DDF1-4562-98F8-8B0B42A10003}"/>
    <dgm:cxn modelId="{4AAF1A44-17C0-47AD-B908-F882A6D4208E}" type="presOf" srcId="{38D9A974-7BA0-4DEF-9507-B2155A48B2E1}" destId="{67F868FC-6A9E-4AC8-8F97-849B789B1334}" srcOrd="0" destOrd="0" presId="urn:microsoft.com/office/officeart/2018/5/layout/IconCircleLabelList"/>
    <dgm:cxn modelId="{DEACED4F-37F4-4DB6-A3D9-148C62EAC31E}" srcId="{6FC4E861-0868-47FF-BFCA-93A0A3922488}" destId="{C2B509AA-4389-4F64-A5BE-26AC677292B9}" srcOrd="2" destOrd="0" parTransId="{DAE2D792-A9B0-49A9-B322-AF27492F8A62}" sibTransId="{EAF27205-A741-4F49-9B1C-E30C54131061}"/>
    <dgm:cxn modelId="{E989D3CC-1F4F-4470-9CB4-53452E23DD02}" type="presOf" srcId="{C2B509AA-4389-4F64-A5BE-26AC677292B9}" destId="{6449CBB3-612D-47FF-B051-D920A777D74F}" srcOrd="0" destOrd="0" presId="urn:microsoft.com/office/officeart/2018/5/layout/IconCircleLabelList"/>
    <dgm:cxn modelId="{806A8FDD-DDD6-48B7-99F1-0931554CAB48}" type="presOf" srcId="{4352A6CA-5139-4EB1-B112-78D017F6D12E}" destId="{DE581EE1-EE5F-4809-A080-E00273BC6AF8}" srcOrd="0" destOrd="0" presId="urn:microsoft.com/office/officeart/2018/5/layout/IconCircleLabelList"/>
    <dgm:cxn modelId="{E9A8DCE7-C67E-4FB7-A75C-A20DC8156137}" type="presOf" srcId="{6FC4E861-0868-47FF-BFCA-93A0A3922488}" destId="{ED9BB023-5A6C-4A95-9385-8E098C67B870}" srcOrd="0" destOrd="0" presId="urn:microsoft.com/office/officeart/2018/5/layout/IconCircleLabelList"/>
    <dgm:cxn modelId="{9BBC6719-B09E-4CB0-91DA-24CCE6A25559}" type="presParOf" srcId="{ED9BB023-5A6C-4A95-9385-8E098C67B870}" destId="{7F2AA2AF-BD60-4D14-92F5-B18C5EF1E2FD}" srcOrd="0" destOrd="0" presId="urn:microsoft.com/office/officeart/2018/5/layout/IconCircleLabelList"/>
    <dgm:cxn modelId="{BFE39EF5-AE1F-4E7A-A40D-08DE98C686AB}" type="presParOf" srcId="{7F2AA2AF-BD60-4D14-92F5-B18C5EF1E2FD}" destId="{DD365984-2AD5-4E3F-A8FA-3D2F2EBDE109}" srcOrd="0" destOrd="0" presId="urn:microsoft.com/office/officeart/2018/5/layout/IconCircleLabelList"/>
    <dgm:cxn modelId="{67E02405-856E-4934-829A-47E6974BFBF1}" type="presParOf" srcId="{7F2AA2AF-BD60-4D14-92F5-B18C5EF1E2FD}" destId="{82FB9B85-4ED6-4128-9654-0B081E2D6600}" srcOrd="1" destOrd="0" presId="urn:microsoft.com/office/officeart/2018/5/layout/IconCircleLabelList"/>
    <dgm:cxn modelId="{877BFEFF-109D-48D0-A93B-8D9A11E37915}" type="presParOf" srcId="{7F2AA2AF-BD60-4D14-92F5-B18C5EF1E2FD}" destId="{2FF6E9B1-96D4-41C2-A794-BB17C3C44C02}" srcOrd="2" destOrd="0" presId="urn:microsoft.com/office/officeart/2018/5/layout/IconCircleLabelList"/>
    <dgm:cxn modelId="{C46335A9-CA43-4457-AEDD-A52C817F1AAE}" type="presParOf" srcId="{7F2AA2AF-BD60-4D14-92F5-B18C5EF1E2FD}" destId="{DE581EE1-EE5F-4809-A080-E00273BC6AF8}" srcOrd="3" destOrd="0" presId="urn:microsoft.com/office/officeart/2018/5/layout/IconCircleLabelList"/>
    <dgm:cxn modelId="{D2B198D5-CEC1-471B-B98D-320F06A61519}" type="presParOf" srcId="{ED9BB023-5A6C-4A95-9385-8E098C67B870}" destId="{0560F99B-AB12-48EA-9901-4DBA2C44A01E}" srcOrd="1" destOrd="0" presId="urn:microsoft.com/office/officeart/2018/5/layout/IconCircleLabelList"/>
    <dgm:cxn modelId="{756B1377-5BBB-4035-92AE-4D355947DE13}" type="presParOf" srcId="{ED9BB023-5A6C-4A95-9385-8E098C67B870}" destId="{FCE91B87-69D2-4B30-9612-C46184D2F645}" srcOrd="2" destOrd="0" presId="urn:microsoft.com/office/officeart/2018/5/layout/IconCircleLabelList"/>
    <dgm:cxn modelId="{E662642E-58F0-4BB3-B2B5-2D2B155811EA}" type="presParOf" srcId="{FCE91B87-69D2-4B30-9612-C46184D2F645}" destId="{1220C838-E784-4DA3-9273-0B76679392BD}" srcOrd="0" destOrd="0" presId="urn:microsoft.com/office/officeart/2018/5/layout/IconCircleLabelList"/>
    <dgm:cxn modelId="{9576445F-BD4E-4F33-BF58-7BDDBCC04102}" type="presParOf" srcId="{FCE91B87-69D2-4B30-9612-C46184D2F645}" destId="{33CA0072-5D85-4C2D-B8D7-8FF03FEEEE56}" srcOrd="1" destOrd="0" presId="urn:microsoft.com/office/officeart/2018/5/layout/IconCircleLabelList"/>
    <dgm:cxn modelId="{9EFDE591-0653-4B8A-9B48-B66DD7197BCF}" type="presParOf" srcId="{FCE91B87-69D2-4B30-9612-C46184D2F645}" destId="{DA4F87EE-0AAB-4D70-B045-9D6FC4E82AE5}" srcOrd="2" destOrd="0" presId="urn:microsoft.com/office/officeart/2018/5/layout/IconCircleLabelList"/>
    <dgm:cxn modelId="{0901081C-73A3-455B-890E-70837BC81FDB}" type="presParOf" srcId="{FCE91B87-69D2-4B30-9612-C46184D2F645}" destId="{67F868FC-6A9E-4AC8-8F97-849B789B1334}" srcOrd="3" destOrd="0" presId="urn:microsoft.com/office/officeart/2018/5/layout/IconCircleLabelList"/>
    <dgm:cxn modelId="{5571F9D7-13F7-402E-909C-C54F946DE013}" type="presParOf" srcId="{ED9BB023-5A6C-4A95-9385-8E098C67B870}" destId="{15CE007F-AC3D-498F-AE5B-6BF08159EE64}" srcOrd="3" destOrd="0" presId="urn:microsoft.com/office/officeart/2018/5/layout/IconCircleLabelList"/>
    <dgm:cxn modelId="{2CC14232-7582-4E6A-95F0-2055573A5BDE}" type="presParOf" srcId="{ED9BB023-5A6C-4A95-9385-8E098C67B870}" destId="{C40E5717-A10B-4270-80E1-B369BC66D561}" srcOrd="4" destOrd="0" presId="urn:microsoft.com/office/officeart/2018/5/layout/IconCircleLabelList"/>
    <dgm:cxn modelId="{28934C35-5B03-457B-BA3C-D214DF7E03F2}" type="presParOf" srcId="{C40E5717-A10B-4270-80E1-B369BC66D561}" destId="{C76CD1A8-3DDA-4987-94EF-AA23A7E91872}" srcOrd="0" destOrd="0" presId="urn:microsoft.com/office/officeart/2018/5/layout/IconCircleLabelList"/>
    <dgm:cxn modelId="{0B503DE5-E62B-4505-8B6E-075667D393DF}" type="presParOf" srcId="{C40E5717-A10B-4270-80E1-B369BC66D561}" destId="{33CD03E7-11AA-490F-B72B-876FA37F7EF2}" srcOrd="1" destOrd="0" presId="urn:microsoft.com/office/officeart/2018/5/layout/IconCircleLabelList"/>
    <dgm:cxn modelId="{19C676BE-4F36-4B57-860F-8C3F10066965}" type="presParOf" srcId="{C40E5717-A10B-4270-80E1-B369BC66D561}" destId="{AC6B8777-DF33-416A-8B56-B1CC15172D5A}" srcOrd="2" destOrd="0" presId="urn:microsoft.com/office/officeart/2018/5/layout/IconCircleLabelList"/>
    <dgm:cxn modelId="{40F46275-0351-4535-93EC-357C3E90371C}" type="presParOf" srcId="{C40E5717-A10B-4270-80E1-B369BC66D561}" destId="{6449CBB3-612D-47FF-B051-D920A777D74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2FC8B8-6664-4A53-882B-AD24E4702C9A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4905FDB7-048C-4C17-879B-8C1AD1656D4C}">
      <dgm:prSet/>
      <dgm:spPr/>
      <dgm:t>
        <a:bodyPr/>
        <a:lstStyle/>
        <a:p>
          <a:r>
            <a:rPr lang="es-ES" b="1" dirty="0"/>
            <a:t>ODS 4 – Educación de calidad: </a:t>
          </a:r>
          <a:r>
            <a:rPr lang="es-ES" dirty="0"/>
            <a:t>“Garantizar una educación inclusiva y equitativa de calidad y promover oportunidades de aprendizaje permanente para todos”</a:t>
          </a:r>
          <a:endParaRPr lang="en-US" dirty="0"/>
        </a:p>
      </dgm:t>
    </dgm:pt>
    <dgm:pt modelId="{61C042DA-0ED4-4108-B9DC-33750026AB86}" type="parTrans" cxnId="{48345738-146F-4E58-9191-E9A293D0C61E}">
      <dgm:prSet/>
      <dgm:spPr/>
      <dgm:t>
        <a:bodyPr/>
        <a:lstStyle/>
        <a:p>
          <a:endParaRPr lang="en-US"/>
        </a:p>
      </dgm:t>
    </dgm:pt>
    <dgm:pt modelId="{98FEA43C-3388-47F7-8887-4E90C9EADEAF}" type="sibTrans" cxnId="{48345738-146F-4E58-9191-E9A293D0C61E}">
      <dgm:prSet/>
      <dgm:spPr/>
      <dgm:t>
        <a:bodyPr/>
        <a:lstStyle/>
        <a:p>
          <a:endParaRPr lang="en-US"/>
        </a:p>
      </dgm:t>
    </dgm:pt>
    <dgm:pt modelId="{F3CAE76A-4E53-40B4-927A-DB19D9C5FF96}">
      <dgm:prSet/>
      <dgm:spPr/>
      <dgm:t>
        <a:bodyPr/>
        <a:lstStyle/>
        <a:p>
          <a:r>
            <a:rPr lang="es-ES" b="1" dirty="0"/>
            <a:t>ODS 9 – Industria, innovación e infraestructura:</a:t>
          </a:r>
          <a:r>
            <a:rPr lang="es-ES" dirty="0"/>
            <a:t> “Construir infraestructuras resilientes, promover la industrialización inclusiva y fomentar la innovación”</a:t>
          </a:r>
          <a:endParaRPr lang="en-US" dirty="0"/>
        </a:p>
      </dgm:t>
    </dgm:pt>
    <dgm:pt modelId="{84C50721-CE51-4E91-BE3F-0F2CF3D3080E}" type="parTrans" cxnId="{9AF9BF34-9B4B-4200-B8E6-208FB33EA46B}">
      <dgm:prSet/>
      <dgm:spPr/>
      <dgm:t>
        <a:bodyPr/>
        <a:lstStyle/>
        <a:p>
          <a:endParaRPr lang="en-US"/>
        </a:p>
      </dgm:t>
    </dgm:pt>
    <dgm:pt modelId="{F6C36C17-0269-42F2-962A-C3A081BF300D}" type="sibTrans" cxnId="{9AF9BF34-9B4B-4200-B8E6-208FB33EA46B}">
      <dgm:prSet/>
      <dgm:spPr/>
      <dgm:t>
        <a:bodyPr/>
        <a:lstStyle/>
        <a:p>
          <a:endParaRPr lang="en-US"/>
        </a:p>
      </dgm:t>
    </dgm:pt>
    <dgm:pt modelId="{FE3C8B79-28F3-4F4A-BBA4-C7C9FE1ED462}">
      <dgm:prSet/>
      <dgm:spPr/>
      <dgm:t>
        <a:bodyPr/>
        <a:lstStyle/>
        <a:p>
          <a:r>
            <a:rPr lang="es-ES" b="1" dirty="0"/>
            <a:t>ODS 16 – Paz, justicia e instituciones sólidas: </a:t>
          </a:r>
          <a:r>
            <a:rPr lang="es-ES" dirty="0"/>
            <a:t>“Crear instituciones eficaces, responsables y transparentes”</a:t>
          </a:r>
          <a:endParaRPr lang="en-US" dirty="0"/>
        </a:p>
      </dgm:t>
    </dgm:pt>
    <dgm:pt modelId="{551E723D-53F9-4B6C-AB85-271A1427E215}" type="parTrans" cxnId="{A8C76545-EAAA-4C0C-9B49-D59B7E9F59D6}">
      <dgm:prSet/>
      <dgm:spPr/>
      <dgm:t>
        <a:bodyPr/>
        <a:lstStyle/>
        <a:p>
          <a:endParaRPr lang="en-US"/>
        </a:p>
      </dgm:t>
    </dgm:pt>
    <dgm:pt modelId="{77CBFE25-CB2B-42E4-85B1-2892E55E858B}" type="sibTrans" cxnId="{A8C76545-EAAA-4C0C-9B49-D59B7E9F59D6}">
      <dgm:prSet/>
      <dgm:spPr/>
      <dgm:t>
        <a:bodyPr/>
        <a:lstStyle/>
        <a:p>
          <a:endParaRPr lang="en-US"/>
        </a:p>
      </dgm:t>
    </dgm:pt>
    <dgm:pt modelId="{13ED14BC-F543-44EE-9261-4C158E265CD7}" type="pres">
      <dgm:prSet presAssocID="{FC2FC8B8-6664-4A53-882B-AD24E4702C9A}" presName="linear" presStyleCnt="0">
        <dgm:presLayoutVars>
          <dgm:animLvl val="lvl"/>
          <dgm:resizeHandles val="exact"/>
        </dgm:presLayoutVars>
      </dgm:prSet>
      <dgm:spPr/>
    </dgm:pt>
    <dgm:pt modelId="{5BF903C8-FA64-45E0-80B0-BF8DF40BAE96}" type="pres">
      <dgm:prSet presAssocID="{4905FDB7-048C-4C17-879B-8C1AD1656D4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B142D3C-AE3F-42E6-9060-0DF35AD8B490}" type="pres">
      <dgm:prSet presAssocID="{98FEA43C-3388-47F7-8887-4E90C9EADEAF}" presName="spacer" presStyleCnt="0"/>
      <dgm:spPr/>
    </dgm:pt>
    <dgm:pt modelId="{A5836C9D-3094-4707-A4B2-8451D155B880}" type="pres">
      <dgm:prSet presAssocID="{F3CAE76A-4E53-40B4-927A-DB19D9C5FF9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619EBFE-7C33-42CD-B361-A6D930B691BF}" type="pres">
      <dgm:prSet presAssocID="{F6C36C17-0269-42F2-962A-C3A081BF300D}" presName="spacer" presStyleCnt="0"/>
      <dgm:spPr/>
    </dgm:pt>
    <dgm:pt modelId="{F3FD44B5-8C7F-4B23-B09A-33C691036FCA}" type="pres">
      <dgm:prSet presAssocID="{FE3C8B79-28F3-4F4A-BBA4-C7C9FE1ED462}" presName="parentText" presStyleLbl="node1" presStyleIdx="2" presStyleCnt="3" custLinFactNeighborX="-35" custLinFactNeighborY="23036">
        <dgm:presLayoutVars>
          <dgm:chMax val="0"/>
          <dgm:bulletEnabled val="1"/>
        </dgm:presLayoutVars>
      </dgm:prSet>
      <dgm:spPr/>
    </dgm:pt>
  </dgm:ptLst>
  <dgm:cxnLst>
    <dgm:cxn modelId="{9AF9BF34-9B4B-4200-B8E6-208FB33EA46B}" srcId="{FC2FC8B8-6664-4A53-882B-AD24E4702C9A}" destId="{F3CAE76A-4E53-40B4-927A-DB19D9C5FF96}" srcOrd="1" destOrd="0" parTransId="{84C50721-CE51-4E91-BE3F-0F2CF3D3080E}" sibTransId="{F6C36C17-0269-42F2-962A-C3A081BF300D}"/>
    <dgm:cxn modelId="{48345738-146F-4E58-9191-E9A293D0C61E}" srcId="{FC2FC8B8-6664-4A53-882B-AD24E4702C9A}" destId="{4905FDB7-048C-4C17-879B-8C1AD1656D4C}" srcOrd="0" destOrd="0" parTransId="{61C042DA-0ED4-4108-B9DC-33750026AB86}" sibTransId="{98FEA43C-3388-47F7-8887-4E90C9EADEAF}"/>
    <dgm:cxn modelId="{A8C76545-EAAA-4C0C-9B49-D59B7E9F59D6}" srcId="{FC2FC8B8-6664-4A53-882B-AD24E4702C9A}" destId="{FE3C8B79-28F3-4F4A-BBA4-C7C9FE1ED462}" srcOrd="2" destOrd="0" parTransId="{551E723D-53F9-4B6C-AB85-271A1427E215}" sibTransId="{77CBFE25-CB2B-42E4-85B1-2892E55E858B}"/>
    <dgm:cxn modelId="{5177008F-A610-42BD-A958-0AEC17AB6234}" type="presOf" srcId="{FE3C8B79-28F3-4F4A-BBA4-C7C9FE1ED462}" destId="{F3FD44B5-8C7F-4B23-B09A-33C691036FCA}" srcOrd="0" destOrd="0" presId="urn:microsoft.com/office/officeart/2005/8/layout/vList2"/>
    <dgm:cxn modelId="{77299B90-C1FC-4D58-9D67-4E10AB47B705}" type="presOf" srcId="{4905FDB7-048C-4C17-879B-8C1AD1656D4C}" destId="{5BF903C8-FA64-45E0-80B0-BF8DF40BAE96}" srcOrd="0" destOrd="0" presId="urn:microsoft.com/office/officeart/2005/8/layout/vList2"/>
    <dgm:cxn modelId="{D9CD46A9-1303-4498-81CD-65DF4DD4FD2E}" type="presOf" srcId="{FC2FC8B8-6664-4A53-882B-AD24E4702C9A}" destId="{13ED14BC-F543-44EE-9261-4C158E265CD7}" srcOrd="0" destOrd="0" presId="urn:microsoft.com/office/officeart/2005/8/layout/vList2"/>
    <dgm:cxn modelId="{144029F2-E097-408D-A0AC-2D3D04BC48C3}" type="presOf" srcId="{F3CAE76A-4E53-40B4-927A-DB19D9C5FF96}" destId="{A5836C9D-3094-4707-A4B2-8451D155B880}" srcOrd="0" destOrd="0" presId="urn:microsoft.com/office/officeart/2005/8/layout/vList2"/>
    <dgm:cxn modelId="{3FBE2A26-67CA-4EAE-9831-9DA9E47E20A0}" type="presParOf" srcId="{13ED14BC-F543-44EE-9261-4C158E265CD7}" destId="{5BF903C8-FA64-45E0-80B0-BF8DF40BAE96}" srcOrd="0" destOrd="0" presId="urn:microsoft.com/office/officeart/2005/8/layout/vList2"/>
    <dgm:cxn modelId="{3AA6DA9B-1CA5-43EF-BDE3-6A31CF2E8D4A}" type="presParOf" srcId="{13ED14BC-F543-44EE-9261-4C158E265CD7}" destId="{CB142D3C-AE3F-42E6-9060-0DF35AD8B490}" srcOrd="1" destOrd="0" presId="urn:microsoft.com/office/officeart/2005/8/layout/vList2"/>
    <dgm:cxn modelId="{A8A6A416-BD4B-4A74-BFEF-CC2E5AB1F419}" type="presParOf" srcId="{13ED14BC-F543-44EE-9261-4C158E265CD7}" destId="{A5836C9D-3094-4707-A4B2-8451D155B880}" srcOrd="2" destOrd="0" presId="urn:microsoft.com/office/officeart/2005/8/layout/vList2"/>
    <dgm:cxn modelId="{B0C43679-F238-4719-8F63-006AE3E62A3C}" type="presParOf" srcId="{13ED14BC-F543-44EE-9261-4C158E265CD7}" destId="{F619EBFE-7C33-42CD-B361-A6D930B691BF}" srcOrd="3" destOrd="0" presId="urn:microsoft.com/office/officeart/2005/8/layout/vList2"/>
    <dgm:cxn modelId="{86861F48-097C-467D-BCCB-EB414FE29834}" type="presParOf" srcId="{13ED14BC-F543-44EE-9261-4C158E265CD7}" destId="{F3FD44B5-8C7F-4B23-B09A-33C691036FC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511E4FE-E965-4E8F-BAD4-B17B24070E0E}" type="doc">
      <dgm:prSet loTypeId="urn:microsoft.com/office/officeart/2005/8/layout/vProcess5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s-ES"/>
        </a:p>
      </dgm:t>
    </dgm:pt>
    <dgm:pt modelId="{351AEB1F-FFFC-4A02-B6D9-6A385B360DB5}">
      <dgm:prSet phldrT="[Texto]"/>
      <dgm:spPr/>
      <dgm:t>
        <a:bodyPr/>
        <a:lstStyle/>
        <a:p>
          <a:r>
            <a:rPr lang="es-ES"/>
            <a:t>Recopilación de datos</a:t>
          </a:r>
          <a:endParaRPr lang="es-ES" dirty="0"/>
        </a:p>
      </dgm:t>
    </dgm:pt>
    <dgm:pt modelId="{BD7D95E5-E058-442E-9CB2-ED356AA4E968}" type="parTrans" cxnId="{8C8905F1-5E2D-4CA1-B4B4-E8125809FA71}">
      <dgm:prSet/>
      <dgm:spPr/>
      <dgm:t>
        <a:bodyPr/>
        <a:lstStyle/>
        <a:p>
          <a:endParaRPr lang="es-ES"/>
        </a:p>
      </dgm:t>
    </dgm:pt>
    <dgm:pt modelId="{18DCB902-B0A7-4A3B-8137-DC88125B4769}" type="sibTrans" cxnId="{8C8905F1-5E2D-4CA1-B4B4-E8125809FA71}">
      <dgm:prSet/>
      <dgm:spPr/>
      <dgm:t>
        <a:bodyPr/>
        <a:lstStyle/>
        <a:p>
          <a:endParaRPr lang="es-ES"/>
        </a:p>
      </dgm:t>
    </dgm:pt>
    <dgm:pt modelId="{71232ECD-CCCA-4E79-AB2B-252C7481DE88}">
      <dgm:prSet/>
      <dgm:spPr/>
      <dgm:t>
        <a:bodyPr/>
        <a:lstStyle/>
        <a:p>
          <a:r>
            <a:rPr lang="es-ES"/>
            <a:t>Procesamiento e ingesta documental</a:t>
          </a:r>
          <a:endParaRPr lang="es-ES" dirty="0"/>
        </a:p>
      </dgm:t>
    </dgm:pt>
    <dgm:pt modelId="{76A1785D-D9B6-47BD-B0E8-F62593439647}" type="parTrans" cxnId="{99382B2B-1965-43F5-94F1-319903033BA2}">
      <dgm:prSet/>
      <dgm:spPr/>
      <dgm:t>
        <a:bodyPr/>
        <a:lstStyle/>
        <a:p>
          <a:endParaRPr lang="es-ES"/>
        </a:p>
      </dgm:t>
    </dgm:pt>
    <dgm:pt modelId="{FCA890BA-1769-4EA4-ABD5-FAA90C0D1B63}" type="sibTrans" cxnId="{99382B2B-1965-43F5-94F1-319903033BA2}">
      <dgm:prSet/>
      <dgm:spPr/>
      <dgm:t>
        <a:bodyPr/>
        <a:lstStyle/>
        <a:p>
          <a:endParaRPr lang="es-ES"/>
        </a:p>
      </dgm:t>
    </dgm:pt>
    <dgm:pt modelId="{8C0D5522-F14B-4A2E-AADB-1434B98C37EA}">
      <dgm:prSet/>
      <dgm:spPr/>
      <dgm:t>
        <a:bodyPr/>
        <a:lstStyle/>
        <a:p>
          <a:r>
            <a:rPr lang="es-ES" dirty="0"/>
            <a:t>Investigación sobre grafos de conocimiento</a:t>
          </a:r>
        </a:p>
      </dgm:t>
    </dgm:pt>
    <dgm:pt modelId="{39F7C7C6-7D3F-43D9-9833-BD86C7847DDA}" type="parTrans" cxnId="{2396B3D8-683A-4231-B4B8-5391545E48C6}">
      <dgm:prSet/>
      <dgm:spPr/>
      <dgm:t>
        <a:bodyPr/>
        <a:lstStyle/>
        <a:p>
          <a:endParaRPr lang="es-ES"/>
        </a:p>
      </dgm:t>
    </dgm:pt>
    <dgm:pt modelId="{0FE19A60-00A3-4C31-8577-5DC8A47B1172}" type="sibTrans" cxnId="{2396B3D8-683A-4231-B4B8-5391545E48C6}">
      <dgm:prSet/>
      <dgm:spPr/>
      <dgm:t>
        <a:bodyPr/>
        <a:lstStyle/>
        <a:p>
          <a:endParaRPr lang="es-ES"/>
        </a:p>
      </dgm:t>
    </dgm:pt>
    <dgm:pt modelId="{3B5A9D95-4CB6-4115-89D6-B35D97370124}">
      <dgm:prSet/>
      <dgm:spPr/>
      <dgm:t>
        <a:bodyPr/>
        <a:lstStyle/>
        <a:p>
          <a:r>
            <a:rPr lang="es-ES" dirty="0"/>
            <a:t>Investigación de la generación </a:t>
          </a:r>
          <a:r>
            <a:rPr lang="es-ES" dirty="0" err="1"/>
            <a:t>multiidioma</a:t>
          </a:r>
          <a:endParaRPr lang="es-ES" dirty="0"/>
        </a:p>
      </dgm:t>
    </dgm:pt>
    <dgm:pt modelId="{77E71043-777F-41DC-9B84-6C5D7F524C6D}" type="parTrans" cxnId="{E682F8EF-AD78-4ADC-9F50-05EC1AF806E4}">
      <dgm:prSet/>
      <dgm:spPr/>
      <dgm:t>
        <a:bodyPr/>
        <a:lstStyle/>
        <a:p>
          <a:endParaRPr lang="es-ES"/>
        </a:p>
      </dgm:t>
    </dgm:pt>
    <dgm:pt modelId="{7401C390-D405-41DE-879F-A8A17100F786}" type="sibTrans" cxnId="{E682F8EF-AD78-4ADC-9F50-05EC1AF806E4}">
      <dgm:prSet/>
      <dgm:spPr/>
      <dgm:t>
        <a:bodyPr/>
        <a:lstStyle/>
        <a:p>
          <a:endParaRPr lang="es-ES"/>
        </a:p>
      </dgm:t>
    </dgm:pt>
    <dgm:pt modelId="{88BC3E88-339A-4CC2-8A74-71D1B5231D25}">
      <dgm:prSet/>
      <dgm:spPr>
        <a:solidFill>
          <a:srgbClr val="8598A9"/>
        </a:solidFill>
      </dgm:spPr>
      <dgm:t>
        <a:bodyPr/>
        <a:lstStyle/>
        <a:p>
          <a:r>
            <a:rPr lang="es-ES"/>
            <a:t>Evaluación y benchmarking</a:t>
          </a:r>
        </a:p>
      </dgm:t>
    </dgm:pt>
    <dgm:pt modelId="{D43D7CCE-7CC3-45F1-B7DE-321C7B11A7A6}" type="parTrans" cxnId="{90B99277-8289-4E15-8D06-2A9FFA1FF4B6}">
      <dgm:prSet/>
      <dgm:spPr/>
      <dgm:t>
        <a:bodyPr/>
        <a:lstStyle/>
        <a:p>
          <a:endParaRPr lang="es-ES"/>
        </a:p>
      </dgm:t>
    </dgm:pt>
    <dgm:pt modelId="{A4EAFB55-0BEC-4301-A400-7E8F4CD3AE26}" type="sibTrans" cxnId="{90B99277-8289-4E15-8D06-2A9FFA1FF4B6}">
      <dgm:prSet/>
      <dgm:spPr/>
      <dgm:t>
        <a:bodyPr/>
        <a:lstStyle/>
        <a:p>
          <a:endParaRPr lang="es-ES"/>
        </a:p>
      </dgm:t>
    </dgm:pt>
    <dgm:pt modelId="{90834866-6D3E-4AF2-9FB4-A5436C931814}" type="pres">
      <dgm:prSet presAssocID="{E511E4FE-E965-4E8F-BAD4-B17B24070E0E}" presName="outerComposite" presStyleCnt="0">
        <dgm:presLayoutVars>
          <dgm:chMax val="5"/>
          <dgm:dir/>
          <dgm:resizeHandles val="exact"/>
        </dgm:presLayoutVars>
      </dgm:prSet>
      <dgm:spPr/>
    </dgm:pt>
    <dgm:pt modelId="{D1255910-AECF-4E82-8C93-050D0DD25F07}" type="pres">
      <dgm:prSet presAssocID="{E511E4FE-E965-4E8F-BAD4-B17B24070E0E}" presName="dummyMaxCanvas" presStyleCnt="0">
        <dgm:presLayoutVars/>
      </dgm:prSet>
      <dgm:spPr/>
    </dgm:pt>
    <dgm:pt modelId="{D138C322-D8BF-44BB-A993-EFCFFD789231}" type="pres">
      <dgm:prSet presAssocID="{E511E4FE-E965-4E8F-BAD4-B17B24070E0E}" presName="FiveNodes_1" presStyleLbl="node1" presStyleIdx="0" presStyleCnt="5">
        <dgm:presLayoutVars>
          <dgm:bulletEnabled val="1"/>
        </dgm:presLayoutVars>
      </dgm:prSet>
      <dgm:spPr/>
    </dgm:pt>
    <dgm:pt modelId="{FA7804D5-4C68-4188-9646-BB15B56E4CE1}" type="pres">
      <dgm:prSet presAssocID="{E511E4FE-E965-4E8F-BAD4-B17B24070E0E}" presName="FiveNodes_2" presStyleLbl="node1" presStyleIdx="1" presStyleCnt="5">
        <dgm:presLayoutVars>
          <dgm:bulletEnabled val="1"/>
        </dgm:presLayoutVars>
      </dgm:prSet>
      <dgm:spPr/>
    </dgm:pt>
    <dgm:pt modelId="{3277F692-5F01-4618-8D88-1D362450DCC5}" type="pres">
      <dgm:prSet presAssocID="{E511E4FE-E965-4E8F-BAD4-B17B24070E0E}" presName="FiveNodes_3" presStyleLbl="node1" presStyleIdx="2" presStyleCnt="5">
        <dgm:presLayoutVars>
          <dgm:bulletEnabled val="1"/>
        </dgm:presLayoutVars>
      </dgm:prSet>
      <dgm:spPr/>
    </dgm:pt>
    <dgm:pt modelId="{1296D7A5-42CC-42A9-9258-40C343169173}" type="pres">
      <dgm:prSet presAssocID="{E511E4FE-E965-4E8F-BAD4-B17B24070E0E}" presName="FiveNodes_4" presStyleLbl="node1" presStyleIdx="3" presStyleCnt="5">
        <dgm:presLayoutVars>
          <dgm:bulletEnabled val="1"/>
        </dgm:presLayoutVars>
      </dgm:prSet>
      <dgm:spPr/>
    </dgm:pt>
    <dgm:pt modelId="{C4CAE690-9F38-4F52-8CF6-165F88FC618D}" type="pres">
      <dgm:prSet presAssocID="{E511E4FE-E965-4E8F-BAD4-B17B24070E0E}" presName="FiveNodes_5" presStyleLbl="node1" presStyleIdx="4" presStyleCnt="5">
        <dgm:presLayoutVars>
          <dgm:bulletEnabled val="1"/>
        </dgm:presLayoutVars>
      </dgm:prSet>
      <dgm:spPr/>
    </dgm:pt>
    <dgm:pt modelId="{90B7CC94-BF9A-4EAB-AD3F-AD8AFF656B45}" type="pres">
      <dgm:prSet presAssocID="{E511E4FE-E965-4E8F-BAD4-B17B24070E0E}" presName="FiveConn_1-2" presStyleLbl="fgAccFollowNode1" presStyleIdx="0" presStyleCnt="4">
        <dgm:presLayoutVars>
          <dgm:bulletEnabled val="1"/>
        </dgm:presLayoutVars>
      </dgm:prSet>
      <dgm:spPr/>
    </dgm:pt>
    <dgm:pt modelId="{8AA54457-B260-4B00-AA3C-FBB7D925919B}" type="pres">
      <dgm:prSet presAssocID="{E511E4FE-E965-4E8F-BAD4-B17B24070E0E}" presName="FiveConn_2-3" presStyleLbl="fgAccFollowNode1" presStyleIdx="1" presStyleCnt="4">
        <dgm:presLayoutVars>
          <dgm:bulletEnabled val="1"/>
        </dgm:presLayoutVars>
      </dgm:prSet>
      <dgm:spPr/>
    </dgm:pt>
    <dgm:pt modelId="{08B99042-0B26-432C-BF5C-9948253764BC}" type="pres">
      <dgm:prSet presAssocID="{E511E4FE-E965-4E8F-BAD4-B17B24070E0E}" presName="FiveConn_3-4" presStyleLbl="fgAccFollowNode1" presStyleIdx="2" presStyleCnt="4">
        <dgm:presLayoutVars>
          <dgm:bulletEnabled val="1"/>
        </dgm:presLayoutVars>
      </dgm:prSet>
      <dgm:spPr/>
    </dgm:pt>
    <dgm:pt modelId="{BDF6AD3D-AEFD-44BA-8A80-4386566FCA7A}" type="pres">
      <dgm:prSet presAssocID="{E511E4FE-E965-4E8F-BAD4-B17B24070E0E}" presName="FiveConn_4-5" presStyleLbl="fgAccFollowNode1" presStyleIdx="3" presStyleCnt="4">
        <dgm:presLayoutVars>
          <dgm:bulletEnabled val="1"/>
        </dgm:presLayoutVars>
      </dgm:prSet>
      <dgm:spPr/>
    </dgm:pt>
    <dgm:pt modelId="{A96D11E6-3C15-4979-8317-8B0C2DCAE045}" type="pres">
      <dgm:prSet presAssocID="{E511E4FE-E965-4E8F-BAD4-B17B24070E0E}" presName="FiveNodes_1_text" presStyleLbl="node1" presStyleIdx="4" presStyleCnt="5">
        <dgm:presLayoutVars>
          <dgm:bulletEnabled val="1"/>
        </dgm:presLayoutVars>
      </dgm:prSet>
      <dgm:spPr/>
    </dgm:pt>
    <dgm:pt modelId="{ED3DA1DE-017A-4503-BBC8-9B24B3AED8A5}" type="pres">
      <dgm:prSet presAssocID="{E511E4FE-E965-4E8F-BAD4-B17B24070E0E}" presName="FiveNodes_2_text" presStyleLbl="node1" presStyleIdx="4" presStyleCnt="5">
        <dgm:presLayoutVars>
          <dgm:bulletEnabled val="1"/>
        </dgm:presLayoutVars>
      </dgm:prSet>
      <dgm:spPr/>
    </dgm:pt>
    <dgm:pt modelId="{D6409AAB-B91B-4BFE-99EE-AD3A78A18797}" type="pres">
      <dgm:prSet presAssocID="{E511E4FE-E965-4E8F-BAD4-B17B24070E0E}" presName="FiveNodes_3_text" presStyleLbl="node1" presStyleIdx="4" presStyleCnt="5">
        <dgm:presLayoutVars>
          <dgm:bulletEnabled val="1"/>
        </dgm:presLayoutVars>
      </dgm:prSet>
      <dgm:spPr/>
    </dgm:pt>
    <dgm:pt modelId="{D88DB89E-9F20-4EFF-B3D1-A381208FE5F9}" type="pres">
      <dgm:prSet presAssocID="{E511E4FE-E965-4E8F-BAD4-B17B24070E0E}" presName="FiveNodes_4_text" presStyleLbl="node1" presStyleIdx="4" presStyleCnt="5">
        <dgm:presLayoutVars>
          <dgm:bulletEnabled val="1"/>
        </dgm:presLayoutVars>
      </dgm:prSet>
      <dgm:spPr/>
    </dgm:pt>
    <dgm:pt modelId="{053260E7-70E1-426A-90FB-8C8E22EABAC9}" type="pres">
      <dgm:prSet presAssocID="{E511E4FE-E965-4E8F-BAD4-B17B24070E0E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5DC4FC09-E0F5-40ED-871D-AB957D62A536}" type="presOf" srcId="{8C0D5522-F14B-4A2E-AADB-1434B98C37EA}" destId="{D6409AAB-B91B-4BFE-99EE-AD3A78A18797}" srcOrd="1" destOrd="0" presId="urn:microsoft.com/office/officeart/2005/8/layout/vProcess5"/>
    <dgm:cxn modelId="{11DD4118-262E-4D5C-9F25-E817EF6974F2}" type="presOf" srcId="{3B5A9D95-4CB6-4115-89D6-B35D97370124}" destId="{1296D7A5-42CC-42A9-9258-40C343169173}" srcOrd="0" destOrd="0" presId="urn:microsoft.com/office/officeart/2005/8/layout/vProcess5"/>
    <dgm:cxn modelId="{99382B2B-1965-43F5-94F1-319903033BA2}" srcId="{E511E4FE-E965-4E8F-BAD4-B17B24070E0E}" destId="{71232ECD-CCCA-4E79-AB2B-252C7481DE88}" srcOrd="1" destOrd="0" parTransId="{76A1785D-D9B6-47BD-B0E8-F62593439647}" sibTransId="{FCA890BA-1769-4EA4-ABD5-FAA90C0D1B63}"/>
    <dgm:cxn modelId="{6A1DED2C-A137-4EFF-8617-A87BBE53769C}" type="presOf" srcId="{71232ECD-CCCA-4E79-AB2B-252C7481DE88}" destId="{FA7804D5-4C68-4188-9646-BB15B56E4CE1}" srcOrd="0" destOrd="0" presId="urn:microsoft.com/office/officeart/2005/8/layout/vProcess5"/>
    <dgm:cxn modelId="{3118BF33-BE8D-4A3D-8FFB-48B3A57ABE83}" type="presOf" srcId="{18DCB902-B0A7-4A3B-8137-DC88125B4769}" destId="{90B7CC94-BF9A-4EAB-AD3F-AD8AFF656B45}" srcOrd="0" destOrd="0" presId="urn:microsoft.com/office/officeart/2005/8/layout/vProcess5"/>
    <dgm:cxn modelId="{1DAA0C5C-E487-4669-B4C9-4B5FA39F02F1}" type="presOf" srcId="{FCA890BA-1769-4EA4-ABD5-FAA90C0D1B63}" destId="{8AA54457-B260-4B00-AA3C-FBB7D925919B}" srcOrd="0" destOrd="0" presId="urn:microsoft.com/office/officeart/2005/8/layout/vProcess5"/>
    <dgm:cxn modelId="{356EDC62-0FDA-4959-879D-95C07964FEA8}" type="presOf" srcId="{88BC3E88-339A-4CC2-8A74-71D1B5231D25}" destId="{053260E7-70E1-426A-90FB-8C8E22EABAC9}" srcOrd="1" destOrd="0" presId="urn:microsoft.com/office/officeart/2005/8/layout/vProcess5"/>
    <dgm:cxn modelId="{32CE6A54-214A-4501-8D74-CF190CFF07B4}" type="presOf" srcId="{7401C390-D405-41DE-879F-A8A17100F786}" destId="{BDF6AD3D-AEFD-44BA-8A80-4386566FCA7A}" srcOrd="0" destOrd="0" presId="urn:microsoft.com/office/officeart/2005/8/layout/vProcess5"/>
    <dgm:cxn modelId="{90B99277-8289-4E15-8D06-2A9FFA1FF4B6}" srcId="{E511E4FE-E965-4E8F-BAD4-B17B24070E0E}" destId="{88BC3E88-339A-4CC2-8A74-71D1B5231D25}" srcOrd="4" destOrd="0" parTransId="{D43D7CCE-7CC3-45F1-B7DE-321C7B11A7A6}" sibTransId="{A4EAFB55-0BEC-4301-A400-7E8F4CD3AE26}"/>
    <dgm:cxn modelId="{21EFB589-36DC-4F5F-B8D4-90B352CFE5AD}" type="presOf" srcId="{3B5A9D95-4CB6-4115-89D6-B35D97370124}" destId="{D88DB89E-9F20-4EFF-B3D1-A381208FE5F9}" srcOrd="1" destOrd="0" presId="urn:microsoft.com/office/officeart/2005/8/layout/vProcess5"/>
    <dgm:cxn modelId="{7E6D6395-59BC-44E0-A900-FBA89E809C48}" type="presOf" srcId="{8C0D5522-F14B-4A2E-AADB-1434B98C37EA}" destId="{3277F692-5F01-4618-8D88-1D362450DCC5}" srcOrd="0" destOrd="0" presId="urn:microsoft.com/office/officeart/2005/8/layout/vProcess5"/>
    <dgm:cxn modelId="{D24C87A5-9E39-4C2E-9E6A-6C82C1D8A2DA}" type="presOf" srcId="{351AEB1F-FFFC-4A02-B6D9-6A385B360DB5}" destId="{D138C322-D8BF-44BB-A993-EFCFFD789231}" srcOrd="0" destOrd="0" presId="urn:microsoft.com/office/officeart/2005/8/layout/vProcess5"/>
    <dgm:cxn modelId="{8EB426A8-EEF7-474B-833E-2B4FC2DFA298}" type="presOf" srcId="{351AEB1F-FFFC-4A02-B6D9-6A385B360DB5}" destId="{A96D11E6-3C15-4979-8317-8B0C2DCAE045}" srcOrd="1" destOrd="0" presId="urn:microsoft.com/office/officeart/2005/8/layout/vProcess5"/>
    <dgm:cxn modelId="{FA2AA1B1-F644-4EE0-AF5B-09870FAA3BEA}" type="presOf" srcId="{E511E4FE-E965-4E8F-BAD4-B17B24070E0E}" destId="{90834866-6D3E-4AF2-9FB4-A5436C931814}" srcOrd="0" destOrd="0" presId="urn:microsoft.com/office/officeart/2005/8/layout/vProcess5"/>
    <dgm:cxn modelId="{C1D4CCC6-5658-4064-A585-2AA2020B5E13}" type="presOf" srcId="{0FE19A60-00A3-4C31-8577-5DC8A47B1172}" destId="{08B99042-0B26-432C-BF5C-9948253764BC}" srcOrd="0" destOrd="0" presId="urn:microsoft.com/office/officeart/2005/8/layout/vProcess5"/>
    <dgm:cxn modelId="{1EE588CF-4A4C-4CFF-ABBA-BD1A89A0AF54}" type="presOf" srcId="{88BC3E88-339A-4CC2-8A74-71D1B5231D25}" destId="{C4CAE690-9F38-4F52-8CF6-165F88FC618D}" srcOrd="0" destOrd="0" presId="urn:microsoft.com/office/officeart/2005/8/layout/vProcess5"/>
    <dgm:cxn modelId="{2396B3D8-683A-4231-B4B8-5391545E48C6}" srcId="{E511E4FE-E965-4E8F-BAD4-B17B24070E0E}" destId="{8C0D5522-F14B-4A2E-AADB-1434B98C37EA}" srcOrd="2" destOrd="0" parTransId="{39F7C7C6-7D3F-43D9-9833-BD86C7847DDA}" sibTransId="{0FE19A60-00A3-4C31-8577-5DC8A47B1172}"/>
    <dgm:cxn modelId="{B57D09E3-D917-4F42-ADEE-54A54CB50B02}" type="presOf" srcId="{71232ECD-CCCA-4E79-AB2B-252C7481DE88}" destId="{ED3DA1DE-017A-4503-BBC8-9B24B3AED8A5}" srcOrd="1" destOrd="0" presId="urn:microsoft.com/office/officeart/2005/8/layout/vProcess5"/>
    <dgm:cxn modelId="{E682F8EF-AD78-4ADC-9F50-05EC1AF806E4}" srcId="{E511E4FE-E965-4E8F-BAD4-B17B24070E0E}" destId="{3B5A9D95-4CB6-4115-89D6-B35D97370124}" srcOrd="3" destOrd="0" parTransId="{77E71043-777F-41DC-9B84-6C5D7F524C6D}" sibTransId="{7401C390-D405-41DE-879F-A8A17100F786}"/>
    <dgm:cxn modelId="{8C8905F1-5E2D-4CA1-B4B4-E8125809FA71}" srcId="{E511E4FE-E965-4E8F-BAD4-B17B24070E0E}" destId="{351AEB1F-FFFC-4A02-B6D9-6A385B360DB5}" srcOrd="0" destOrd="0" parTransId="{BD7D95E5-E058-442E-9CB2-ED356AA4E968}" sibTransId="{18DCB902-B0A7-4A3B-8137-DC88125B4769}"/>
    <dgm:cxn modelId="{12159798-CA15-4D12-A926-EC2CF44C6525}" type="presParOf" srcId="{90834866-6D3E-4AF2-9FB4-A5436C931814}" destId="{D1255910-AECF-4E82-8C93-050D0DD25F07}" srcOrd="0" destOrd="0" presId="urn:microsoft.com/office/officeart/2005/8/layout/vProcess5"/>
    <dgm:cxn modelId="{800771BE-C3D0-4F8F-B832-FDD7F75A3780}" type="presParOf" srcId="{90834866-6D3E-4AF2-9FB4-A5436C931814}" destId="{D138C322-D8BF-44BB-A993-EFCFFD789231}" srcOrd="1" destOrd="0" presId="urn:microsoft.com/office/officeart/2005/8/layout/vProcess5"/>
    <dgm:cxn modelId="{9FA48490-48D5-4B5D-8D91-B5B4F4192472}" type="presParOf" srcId="{90834866-6D3E-4AF2-9FB4-A5436C931814}" destId="{FA7804D5-4C68-4188-9646-BB15B56E4CE1}" srcOrd="2" destOrd="0" presId="urn:microsoft.com/office/officeart/2005/8/layout/vProcess5"/>
    <dgm:cxn modelId="{566446BB-813A-4601-89B1-3FBFD62899B0}" type="presParOf" srcId="{90834866-6D3E-4AF2-9FB4-A5436C931814}" destId="{3277F692-5F01-4618-8D88-1D362450DCC5}" srcOrd="3" destOrd="0" presId="urn:microsoft.com/office/officeart/2005/8/layout/vProcess5"/>
    <dgm:cxn modelId="{3EDF09F2-BB17-4748-992D-1546F21CFEC6}" type="presParOf" srcId="{90834866-6D3E-4AF2-9FB4-A5436C931814}" destId="{1296D7A5-42CC-42A9-9258-40C343169173}" srcOrd="4" destOrd="0" presId="urn:microsoft.com/office/officeart/2005/8/layout/vProcess5"/>
    <dgm:cxn modelId="{8D6BC871-3C7B-4482-80B5-2876A1F7AE47}" type="presParOf" srcId="{90834866-6D3E-4AF2-9FB4-A5436C931814}" destId="{C4CAE690-9F38-4F52-8CF6-165F88FC618D}" srcOrd="5" destOrd="0" presId="urn:microsoft.com/office/officeart/2005/8/layout/vProcess5"/>
    <dgm:cxn modelId="{2AB75859-EB41-4CFE-B193-EF30F546EFD9}" type="presParOf" srcId="{90834866-6D3E-4AF2-9FB4-A5436C931814}" destId="{90B7CC94-BF9A-4EAB-AD3F-AD8AFF656B45}" srcOrd="6" destOrd="0" presId="urn:microsoft.com/office/officeart/2005/8/layout/vProcess5"/>
    <dgm:cxn modelId="{7721BE47-222A-4F36-BBD3-0A6600B4AA6F}" type="presParOf" srcId="{90834866-6D3E-4AF2-9FB4-A5436C931814}" destId="{8AA54457-B260-4B00-AA3C-FBB7D925919B}" srcOrd="7" destOrd="0" presId="urn:microsoft.com/office/officeart/2005/8/layout/vProcess5"/>
    <dgm:cxn modelId="{06CA4D02-5F18-44C9-BF6A-4573E9EF2D19}" type="presParOf" srcId="{90834866-6D3E-4AF2-9FB4-A5436C931814}" destId="{08B99042-0B26-432C-BF5C-9948253764BC}" srcOrd="8" destOrd="0" presId="urn:microsoft.com/office/officeart/2005/8/layout/vProcess5"/>
    <dgm:cxn modelId="{098F0F3D-B3E4-44AB-9514-EA28355813A8}" type="presParOf" srcId="{90834866-6D3E-4AF2-9FB4-A5436C931814}" destId="{BDF6AD3D-AEFD-44BA-8A80-4386566FCA7A}" srcOrd="9" destOrd="0" presId="urn:microsoft.com/office/officeart/2005/8/layout/vProcess5"/>
    <dgm:cxn modelId="{E34A5542-DC96-42A1-BC4A-3A0B7DEA61C4}" type="presParOf" srcId="{90834866-6D3E-4AF2-9FB4-A5436C931814}" destId="{A96D11E6-3C15-4979-8317-8B0C2DCAE045}" srcOrd="10" destOrd="0" presId="urn:microsoft.com/office/officeart/2005/8/layout/vProcess5"/>
    <dgm:cxn modelId="{CAEAAB68-8260-44A3-A29C-8455C5932A36}" type="presParOf" srcId="{90834866-6D3E-4AF2-9FB4-A5436C931814}" destId="{ED3DA1DE-017A-4503-BBC8-9B24B3AED8A5}" srcOrd="11" destOrd="0" presId="urn:microsoft.com/office/officeart/2005/8/layout/vProcess5"/>
    <dgm:cxn modelId="{52B0204A-6728-424F-A2F4-56EE3DAD26ED}" type="presParOf" srcId="{90834866-6D3E-4AF2-9FB4-A5436C931814}" destId="{D6409AAB-B91B-4BFE-99EE-AD3A78A18797}" srcOrd="12" destOrd="0" presId="urn:microsoft.com/office/officeart/2005/8/layout/vProcess5"/>
    <dgm:cxn modelId="{EDAF9410-CAC7-4EAD-856B-6C013C794301}" type="presParOf" srcId="{90834866-6D3E-4AF2-9FB4-A5436C931814}" destId="{D88DB89E-9F20-4EFF-B3D1-A381208FE5F9}" srcOrd="13" destOrd="0" presId="urn:microsoft.com/office/officeart/2005/8/layout/vProcess5"/>
    <dgm:cxn modelId="{93F3B153-A2EB-4FFE-BFC2-BA2FE8A70B64}" type="presParOf" srcId="{90834866-6D3E-4AF2-9FB4-A5436C931814}" destId="{053260E7-70E1-426A-90FB-8C8E22EABAC9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50D299B-1CBA-4A27-92AD-8DCF1B29591C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FEA03CC-5337-4D9A-83B7-D6AFB414A8CA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sz="2800" dirty="0" err="1"/>
            <a:t>CV’s</a:t>
          </a:r>
          <a:endParaRPr lang="en-US" sz="2800" dirty="0"/>
        </a:p>
      </dgm:t>
    </dgm:pt>
    <dgm:pt modelId="{FB4AEF5F-34C9-4508-BDC7-A8DA140D828B}" type="parTrans" cxnId="{C2EAAEB1-AD99-4394-8A8B-799B7634C081}">
      <dgm:prSet/>
      <dgm:spPr/>
      <dgm:t>
        <a:bodyPr/>
        <a:lstStyle/>
        <a:p>
          <a:endParaRPr lang="en-US" sz="3600"/>
        </a:p>
      </dgm:t>
    </dgm:pt>
    <dgm:pt modelId="{4E3F5B4A-20B3-4AD9-A46F-131FE1E493A7}" type="sibTrans" cxnId="{C2EAAEB1-AD99-4394-8A8B-799B7634C081}">
      <dgm:prSet/>
      <dgm:spPr/>
      <dgm:t>
        <a:bodyPr/>
        <a:lstStyle/>
        <a:p>
          <a:endParaRPr lang="en-US" sz="2400"/>
        </a:p>
      </dgm:t>
    </dgm:pt>
    <dgm:pt modelId="{CC000874-6FD5-4D52-AFA7-D28320D8B787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sz="2800" dirty="0"/>
            <a:t>Legislación europea</a:t>
          </a:r>
          <a:endParaRPr lang="en-US" sz="2800" dirty="0"/>
        </a:p>
      </dgm:t>
    </dgm:pt>
    <dgm:pt modelId="{CF14881E-D721-484F-BE11-F16E93CF7458}" type="parTrans" cxnId="{E238AE3B-7FF3-4173-A36D-F55ACE2F5D9B}">
      <dgm:prSet/>
      <dgm:spPr/>
      <dgm:t>
        <a:bodyPr/>
        <a:lstStyle/>
        <a:p>
          <a:endParaRPr lang="en-US" sz="3600"/>
        </a:p>
      </dgm:t>
    </dgm:pt>
    <dgm:pt modelId="{2C644BB8-20B8-4CB9-A21B-2FCCBF42C962}" type="sibTrans" cxnId="{E238AE3B-7FF3-4173-A36D-F55ACE2F5D9B}">
      <dgm:prSet/>
      <dgm:spPr/>
      <dgm:t>
        <a:bodyPr/>
        <a:lstStyle/>
        <a:p>
          <a:endParaRPr lang="en-US" sz="2400"/>
        </a:p>
      </dgm:t>
    </dgm:pt>
    <dgm:pt modelId="{9A01159B-6942-48E5-AEC6-7CD42C931007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sz="2800" dirty="0"/>
            <a:t>Wikipedia</a:t>
          </a:r>
          <a:endParaRPr lang="en-US" sz="2800" dirty="0"/>
        </a:p>
      </dgm:t>
    </dgm:pt>
    <dgm:pt modelId="{1718B582-637D-40A4-B7F1-5DE5393DCDB7}" type="parTrans" cxnId="{E21362E6-17EB-4D17-999F-2F231C8073FA}">
      <dgm:prSet/>
      <dgm:spPr/>
      <dgm:t>
        <a:bodyPr/>
        <a:lstStyle/>
        <a:p>
          <a:endParaRPr lang="en-US" sz="3600"/>
        </a:p>
      </dgm:t>
    </dgm:pt>
    <dgm:pt modelId="{AEF07F89-D69A-4D5D-A10D-FA00E1885ABA}" type="sibTrans" cxnId="{E21362E6-17EB-4D17-999F-2F231C8073FA}">
      <dgm:prSet/>
      <dgm:spPr/>
      <dgm:t>
        <a:bodyPr/>
        <a:lstStyle/>
        <a:p>
          <a:endParaRPr lang="en-US" sz="2400"/>
        </a:p>
      </dgm:t>
    </dgm:pt>
    <dgm:pt modelId="{4A183B2D-5CB3-4593-880B-589875987426}" type="pres">
      <dgm:prSet presAssocID="{150D299B-1CBA-4A27-92AD-8DCF1B29591C}" presName="root" presStyleCnt="0">
        <dgm:presLayoutVars>
          <dgm:dir/>
          <dgm:resizeHandles val="exact"/>
        </dgm:presLayoutVars>
      </dgm:prSet>
      <dgm:spPr/>
    </dgm:pt>
    <dgm:pt modelId="{D898BF5A-1042-4F67-BCA3-1119FC224F7F}" type="pres">
      <dgm:prSet presAssocID="{2FEA03CC-5337-4D9A-83B7-D6AFB414A8CA}" presName="compNode" presStyleCnt="0"/>
      <dgm:spPr/>
    </dgm:pt>
    <dgm:pt modelId="{D721BBE5-87F6-460C-A6D3-49EB40B0C567}" type="pres">
      <dgm:prSet presAssocID="{2FEA03CC-5337-4D9A-83B7-D6AFB414A8CA}" presName="iconBgRect" presStyleLbl="bgShp" presStyleIdx="0" presStyleCnt="3"/>
      <dgm:spPr>
        <a:solidFill>
          <a:srgbClr val="E7E8E9"/>
        </a:solidFill>
      </dgm:spPr>
    </dgm:pt>
    <dgm:pt modelId="{F8597A2B-F40F-43AE-B2DF-E4FF20F67A48}" type="pres">
      <dgm:prSet presAssocID="{2FEA03CC-5337-4D9A-83B7-D6AFB414A8C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DF4336A2-9485-43A4-9F66-81366B96E9DE}" type="pres">
      <dgm:prSet presAssocID="{2FEA03CC-5337-4D9A-83B7-D6AFB414A8CA}" presName="spaceRect" presStyleCnt="0"/>
      <dgm:spPr/>
    </dgm:pt>
    <dgm:pt modelId="{CB8D8D94-03C1-4455-994E-3FBC10718DBE}" type="pres">
      <dgm:prSet presAssocID="{2FEA03CC-5337-4D9A-83B7-D6AFB414A8CA}" presName="textRect" presStyleLbl="revTx" presStyleIdx="0" presStyleCnt="3">
        <dgm:presLayoutVars>
          <dgm:chMax val="1"/>
          <dgm:chPref val="1"/>
        </dgm:presLayoutVars>
      </dgm:prSet>
      <dgm:spPr/>
    </dgm:pt>
    <dgm:pt modelId="{65E45350-37D3-46AA-B8BA-A61DD4BC86A1}" type="pres">
      <dgm:prSet presAssocID="{4E3F5B4A-20B3-4AD9-A46F-131FE1E493A7}" presName="sibTrans" presStyleCnt="0"/>
      <dgm:spPr/>
    </dgm:pt>
    <dgm:pt modelId="{06FC655E-25F6-4D4D-B35C-7E29299AE528}" type="pres">
      <dgm:prSet presAssocID="{CC000874-6FD5-4D52-AFA7-D28320D8B787}" presName="compNode" presStyleCnt="0"/>
      <dgm:spPr/>
    </dgm:pt>
    <dgm:pt modelId="{FA31EB97-A652-4D84-AB80-E16B00798E1B}" type="pres">
      <dgm:prSet presAssocID="{CC000874-6FD5-4D52-AFA7-D28320D8B787}" presName="iconBgRect" presStyleLbl="bgShp" presStyleIdx="1" presStyleCnt="3"/>
      <dgm:spPr>
        <a:solidFill>
          <a:srgbClr val="E7E8E9"/>
        </a:solidFill>
      </dgm:spPr>
    </dgm:pt>
    <dgm:pt modelId="{76214AA4-A3C8-4E9C-B83B-260F76690132}" type="pres">
      <dgm:prSet presAssocID="{CC000874-6FD5-4D52-AFA7-D28320D8B78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47229221-7B01-4A7E-A75C-C455A75D8B1A}" type="pres">
      <dgm:prSet presAssocID="{CC000874-6FD5-4D52-AFA7-D28320D8B787}" presName="spaceRect" presStyleCnt="0"/>
      <dgm:spPr/>
    </dgm:pt>
    <dgm:pt modelId="{374ADF86-7B75-4904-8843-3BFDCD2B663A}" type="pres">
      <dgm:prSet presAssocID="{CC000874-6FD5-4D52-AFA7-D28320D8B787}" presName="textRect" presStyleLbl="revTx" presStyleIdx="1" presStyleCnt="3">
        <dgm:presLayoutVars>
          <dgm:chMax val="1"/>
          <dgm:chPref val="1"/>
        </dgm:presLayoutVars>
      </dgm:prSet>
      <dgm:spPr/>
    </dgm:pt>
    <dgm:pt modelId="{27194346-E37F-4F42-A7A3-BA15F54A92A8}" type="pres">
      <dgm:prSet presAssocID="{2C644BB8-20B8-4CB9-A21B-2FCCBF42C962}" presName="sibTrans" presStyleCnt="0"/>
      <dgm:spPr/>
    </dgm:pt>
    <dgm:pt modelId="{04B88315-CC90-40E8-B5D4-D31E2512496C}" type="pres">
      <dgm:prSet presAssocID="{9A01159B-6942-48E5-AEC6-7CD42C931007}" presName="compNode" presStyleCnt="0"/>
      <dgm:spPr/>
    </dgm:pt>
    <dgm:pt modelId="{4A812C4F-6BE1-41F7-A432-4134909872F5}" type="pres">
      <dgm:prSet presAssocID="{9A01159B-6942-48E5-AEC6-7CD42C931007}" presName="iconBgRect" presStyleLbl="bgShp" presStyleIdx="2" presStyleCnt="3"/>
      <dgm:spPr>
        <a:solidFill>
          <a:srgbClr val="E7E8E9"/>
        </a:solidFill>
      </dgm:spPr>
    </dgm:pt>
    <dgm:pt modelId="{2F3659BB-8657-4E15-AB26-F748DBF12F5C}" type="pres">
      <dgm:prSet presAssocID="{9A01159B-6942-48E5-AEC6-7CD42C93100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D3037164-1666-4823-9CC1-537FB7473AD5}" type="pres">
      <dgm:prSet presAssocID="{9A01159B-6942-48E5-AEC6-7CD42C931007}" presName="spaceRect" presStyleCnt="0"/>
      <dgm:spPr/>
    </dgm:pt>
    <dgm:pt modelId="{8FB77A23-DD64-461C-83E4-7F3057B55F79}" type="pres">
      <dgm:prSet presAssocID="{9A01159B-6942-48E5-AEC6-7CD42C93100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0F93924-1A28-40E2-9FE7-B3B119F3253A}" type="presOf" srcId="{150D299B-1CBA-4A27-92AD-8DCF1B29591C}" destId="{4A183B2D-5CB3-4593-880B-589875987426}" srcOrd="0" destOrd="0" presId="urn:microsoft.com/office/officeart/2018/5/layout/IconCircleLabelList"/>
    <dgm:cxn modelId="{E238AE3B-7FF3-4173-A36D-F55ACE2F5D9B}" srcId="{150D299B-1CBA-4A27-92AD-8DCF1B29591C}" destId="{CC000874-6FD5-4D52-AFA7-D28320D8B787}" srcOrd="1" destOrd="0" parTransId="{CF14881E-D721-484F-BE11-F16E93CF7458}" sibTransId="{2C644BB8-20B8-4CB9-A21B-2FCCBF42C962}"/>
    <dgm:cxn modelId="{3CA04D3C-BBF0-4EDC-B12D-E970D4D76518}" type="presOf" srcId="{9A01159B-6942-48E5-AEC6-7CD42C931007}" destId="{8FB77A23-DD64-461C-83E4-7F3057B55F79}" srcOrd="0" destOrd="0" presId="urn:microsoft.com/office/officeart/2018/5/layout/IconCircleLabelList"/>
    <dgm:cxn modelId="{57D5443F-D08F-48D2-9E81-270EA6A0E282}" type="presOf" srcId="{2FEA03CC-5337-4D9A-83B7-D6AFB414A8CA}" destId="{CB8D8D94-03C1-4455-994E-3FBC10718DBE}" srcOrd="0" destOrd="0" presId="urn:microsoft.com/office/officeart/2018/5/layout/IconCircleLabelList"/>
    <dgm:cxn modelId="{D046978A-837B-4F66-AA02-34FE264C0A98}" type="presOf" srcId="{CC000874-6FD5-4D52-AFA7-D28320D8B787}" destId="{374ADF86-7B75-4904-8843-3BFDCD2B663A}" srcOrd="0" destOrd="0" presId="urn:microsoft.com/office/officeart/2018/5/layout/IconCircleLabelList"/>
    <dgm:cxn modelId="{C2EAAEB1-AD99-4394-8A8B-799B7634C081}" srcId="{150D299B-1CBA-4A27-92AD-8DCF1B29591C}" destId="{2FEA03CC-5337-4D9A-83B7-D6AFB414A8CA}" srcOrd="0" destOrd="0" parTransId="{FB4AEF5F-34C9-4508-BDC7-A8DA140D828B}" sibTransId="{4E3F5B4A-20B3-4AD9-A46F-131FE1E493A7}"/>
    <dgm:cxn modelId="{E21362E6-17EB-4D17-999F-2F231C8073FA}" srcId="{150D299B-1CBA-4A27-92AD-8DCF1B29591C}" destId="{9A01159B-6942-48E5-AEC6-7CD42C931007}" srcOrd="2" destOrd="0" parTransId="{1718B582-637D-40A4-B7F1-5DE5393DCDB7}" sibTransId="{AEF07F89-D69A-4D5D-A10D-FA00E1885ABA}"/>
    <dgm:cxn modelId="{C1CE64DC-9708-4A4D-A15A-D34ED7D58C1F}" type="presParOf" srcId="{4A183B2D-5CB3-4593-880B-589875987426}" destId="{D898BF5A-1042-4F67-BCA3-1119FC224F7F}" srcOrd="0" destOrd="0" presId="urn:microsoft.com/office/officeart/2018/5/layout/IconCircleLabelList"/>
    <dgm:cxn modelId="{C6EEAD45-37DB-4123-AD04-AB51B13098E4}" type="presParOf" srcId="{D898BF5A-1042-4F67-BCA3-1119FC224F7F}" destId="{D721BBE5-87F6-460C-A6D3-49EB40B0C567}" srcOrd="0" destOrd="0" presId="urn:microsoft.com/office/officeart/2018/5/layout/IconCircleLabelList"/>
    <dgm:cxn modelId="{A3D9DDDB-7CDA-46B5-ABE3-DF8659C21F3B}" type="presParOf" srcId="{D898BF5A-1042-4F67-BCA3-1119FC224F7F}" destId="{F8597A2B-F40F-43AE-B2DF-E4FF20F67A48}" srcOrd="1" destOrd="0" presId="urn:microsoft.com/office/officeart/2018/5/layout/IconCircleLabelList"/>
    <dgm:cxn modelId="{C7AA2271-B85C-4CA7-9F51-F5F25BED2451}" type="presParOf" srcId="{D898BF5A-1042-4F67-BCA3-1119FC224F7F}" destId="{DF4336A2-9485-43A4-9F66-81366B96E9DE}" srcOrd="2" destOrd="0" presId="urn:microsoft.com/office/officeart/2018/5/layout/IconCircleLabelList"/>
    <dgm:cxn modelId="{9B5A75D0-C34B-44D2-A564-5F5DBE8C6253}" type="presParOf" srcId="{D898BF5A-1042-4F67-BCA3-1119FC224F7F}" destId="{CB8D8D94-03C1-4455-994E-3FBC10718DBE}" srcOrd="3" destOrd="0" presId="urn:microsoft.com/office/officeart/2018/5/layout/IconCircleLabelList"/>
    <dgm:cxn modelId="{8431ECD6-CEF0-4408-9198-CC9CFC6DC2FB}" type="presParOf" srcId="{4A183B2D-5CB3-4593-880B-589875987426}" destId="{65E45350-37D3-46AA-B8BA-A61DD4BC86A1}" srcOrd="1" destOrd="0" presId="urn:microsoft.com/office/officeart/2018/5/layout/IconCircleLabelList"/>
    <dgm:cxn modelId="{F5B60EAC-BED6-4EEB-A14B-E28C80F4984E}" type="presParOf" srcId="{4A183B2D-5CB3-4593-880B-589875987426}" destId="{06FC655E-25F6-4D4D-B35C-7E29299AE528}" srcOrd="2" destOrd="0" presId="urn:microsoft.com/office/officeart/2018/5/layout/IconCircleLabelList"/>
    <dgm:cxn modelId="{B8202A35-210D-4823-A6B3-3B5C274EDFA1}" type="presParOf" srcId="{06FC655E-25F6-4D4D-B35C-7E29299AE528}" destId="{FA31EB97-A652-4D84-AB80-E16B00798E1B}" srcOrd="0" destOrd="0" presId="urn:microsoft.com/office/officeart/2018/5/layout/IconCircleLabelList"/>
    <dgm:cxn modelId="{202518A9-410B-4D22-B50E-B545E577AE06}" type="presParOf" srcId="{06FC655E-25F6-4D4D-B35C-7E29299AE528}" destId="{76214AA4-A3C8-4E9C-B83B-260F76690132}" srcOrd="1" destOrd="0" presId="urn:microsoft.com/office/officeart/2018/5/layout/IconCircleLabelList"/>
    <dgm:cxn modelId="{D23BDD05-52D6-4CA4-80EA-C5EACC786475}" type="presParOf" srcId="{06FC655E-25F6-4D4D-B35C-7E29299AE528}" destId="{47229221-7B01-4A7E-A75C-C455A75D8B1A}" srcOrd="2" destOrd="0" presId="urn:microsoft.com/office/officeart/2018/5/layout/IconCircleLabelList"/>
    <dgm:cxn modelId="{4FD24C46-8B3D-4CB3-8349-F09CA0B9FB45}" type="presParOf" srcId="{06FC655E-25F6-4D4D-B35C-7E29299AE528}" destId="{374ADF86-7B75-4904-8843-3BFDCD2B663A}" srcOrd="3" destOrd="0" presId="urn:microsoft.com/office/officeart/2018/5/layout/IconCircleLabelList"/>
    <dgm:cxn modelId="{6D4624C7-7F9A-4C6B-BAAC-9E66EA1404EE}" type="presParOf" srcId="{4A183B2D-5CB3-4593-880B-589875987426}" destId="{27194346-E37F-4F42-A7A3-BA15F54A92A8}" srcOrd="3" destOrd="0" presId="urn:microsoft.com/office/officeart/2018/5/layout/IconCircleLabelList"/>
    <dgm:cxn modelId="{7EB12B4C-251C-47EC-A27E-34A72F4D6C37}" type="presParOf" srcId="{4A183B2D-5CB3-4593-880B-589875987426}" destId="{04B88315-CC90-40E8-B5D4-D31E2512496C}" srcOrd="4" destOrd="0" presId="urn:microsoft.com/office/officeart/2018/5/layout/IconCircleLabelList"/>
    <dgm:cxn modelId="{1B3D8424-61CB-4026-80CC-1B96D9B4D220}" type="presParOf" srcId="{04B88315-CC90-40E8-B5D4-D31E2512496C}" destId="{4A812C4F-6BE1-41F7-A432-4134909872F5}" srcOrd="0" destOrd="0" presId="urn:microsoft.com/office/officeart/2018/5/layout/IconCircleLabelList"/>
    <dgm:cxn modelId="{D5B92090-F31F-4E96-9CE2-0DC7FC0B395F}" type="presParOf" srcId="{04B88315-CC90-40E8-B5D4-D31E2512496C}" destId="{2F3659BB-8657-4E15-AB26-F748DBF12F5C}" srcOrd="1" destOrd="0" presId="urn:microsoft.com/office/officeart/2018/5/layout/IconCircleLabelList"/>
    <dgm:cxn modelId="{A4AC2D5C-1764-4642-AA34-4E1DEFEBF472}" type="presParOf" srcId="{04B88315-CC90-40E8-B5D4-D31E2512496C}" destId="{D3037164-1666-4823-9CC1-537FB7473AD5}" srcOrd="2" destOrd="0" presId="urn:microsoft.com/office/officeart/2018/5/layout/IconCircleLabelList"/>
    <dgm:cxn modelId="{15998EBC-A533-4CB7-8824-377475ACEA4A}" type="presParOf" srcId="{04B88315-CC90-40E8-B5D4-D31E2512496C}" destId="{8FB77A23-DD64-461C-83E4-7F3057B55F7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1934A3-6336-4864-B34B-BE5F20A1B12F}">
      <dsp:nvSpPr>
        <dsp:cNvPr id="0" name=""/>
        <dsp:cNvSpPr/>
      </dsp:nvSpPr>
      <dsp:spPr>
        <a:xfrm>
          <a:off x="468431" y="380"/>
          <a:ext cx="3050600" cy="154407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9D56EC2-43CB-49AC-AC3E-E1806FA0F64F}">
      <dsp:nvSpPr>
        <dsp:cNvPr id="0" name=""/>
        <dsp:cNvSpPr/>
      </dsp:nvSpPr>
      <dsp:spPr>
        <a:xfrm>
          <a:off x="738610" y="257050"/>
          <a:ext cx="3050600" cy="154407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400" kern="1200" dirty="0"/>
            <a:t>Documentación inconexa</a:t>
          </a:r>
          <a:endParaRPr lang="en-US" sz="2400" kern="1200" dirty="0"/>
        </a:p>
      </dsp:txBody>
      <dsp:txXfrm>
        <a:off x="783834" y="302274"/>
        <a:ext cx="2960152" cy="1453624"/>
      </dsp:txXfrm>
    </dsp:sp>
    <dsp:sp modelId="{A7E3CA9E-0CF3-4900-A4C9-B6C583FED9C6}">
      <dsp:nvSpPr>
        <dsp:cNvPr id="0" name=""/>
        <dsp:cNvSpPr/>
      </dsp:nvSpPr>
      <dsp:spPr>
        <a:xfrm>
          <a:off x="4059389" y="380"/>
          <a:ext cx="3050600" cy="154407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DAA13ED-4082-4341-BC9E-E5C4BFCB5479}">
      <dsp:nvSpPr>
        <dsp:cNvPr id="0" name=""/>
        <dsp:cNvSpPr/>
      </dsp:nvSpPr>
      <dsp:spPr>
        <a:xfrm>
          <a:off x="4329568" y="257050"/>
          <a:ext cx="3050600" cy="154407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400" kern="1200" dirty="0"/>
            <a:t>Consultas enumerativas</a:t>
          </a:r>
          <a:endParaRPr lang="en-US" sz="2400" kern="1200" dirty="0"/>
        </a:p>
      </dsp:txBody>
      <dsp:txXfrm>
        <a:off x="4374792" y="302274"/>
        <a:ext cx="2960152" cy="14536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365984-2AD5-4E3F-A8FA-3D2F2EBDE109}">
      <dsp:nvSpPr>
        <dsp:cNvPr id="0" name=""/>
        <dsp:cNvSpPr/>
      </dsp:nvSpPr>
      <dsp:spPr>
        <a:xfrm>
          <a:off x="674338" y="363902"/>
          <a:ext cx="2058750" cy="2058750"/>
        </a:xfrm>
        <a:prstGeom prst="ellipse">
          <a:avLst/>
        </a:prstGeom>
        <a:solidFill>
          <a:srgbClr val="E7E8E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FB9B85-4ED6-4128-9654-0B081E2D6600}">
      <dsp:nvSpPr>
        <dsp:cNvPr id="0" name=""/>
        <dsp:cNvSpPr/>
      </dsp:nvSpPr>
      <dsp:spPr>
        <a:xfrm>
          <a:off x="1113088" y="802652"/>
          <a:ext cx="1181250" cy="11812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581EE1-EE5F-4809-A080-E00273BC6AF8}">
      <dsp:nvSpPr>
        <dsp:cNvPr id="0" name=""/>
        <dsp:cNvSpPr/>
      </dsp:nvSpPr>
      <dsp:spPr>
        <a:xfrm>
          <a:off x="16213" y="3063902"/>
          <a:ext cx="3375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400" kern="1200" dirty="0"/>
            <a:t>Procesamiento e ingesta documental</a:t>
          </a:r>
          <a:endParaRPr lang="en-US" sz="2400" kern="1200" dirty="0"/>
        </a:p>
      </dsp:txBody>
      <dsp:txXfrm>
        <a:off x="16213" y="3063902"/>
        <a:ext cx="3375000" cy="765000"/>
      </dsp:txXfrm>
    </dsp:sp>
    <dsp:sp modelId="{1220C838-E784-4DA3-9273-0B76679392BD}">
      <dsp:nvSpPr>
        <dsp:cNvPr id="0" name=""/>
        <dsp:cNvSpPr/>
      </dsp:nvSpPr>
      <dsp:spPr>
        <a:xfrm>
          <a:off x="4639964" y="363902"/>
          <a:ext cx="2058750" cy="2058750"/>
        </a:xfrm>
        <a:prstGeom prst="ellipse">
          <a:avLst/>
        </a:prstGeom>
        <a:solidFill>
          <a:srgbClr val="E7E8E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CA0072-5D85-4C2D-B8D7-8FF03FEEEE56}">
      <dsp:nvSpPr>
        <dsp:cNvPr id="0" name=""/>
        <dsp:cNvSpPr/>
      </dsp:nvSpPr>
      <dsp:spPr>
        <a:xfrm>
          <a:off x="5078714" y="802652"/>
          <a:ext cx="1181250" cy="11812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F868FC-6A9E-4AC8-8F97-849B789B1334}">
      <dsp:nvSpPr>
        <dsp:cNvPr id="0" name=""/>
        <dsp:cNvSpPr/>
      </dsp:nvSpPr>
      <dsp:spPr>
        <a:xfrm>
          <a:off x="3981839" y="3063902"/>
          <a:ext cx="3375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400" kern="1200"/>
            <a:t>Representación del conocimiento</a:t>
          </a:r>
          <a:endParaRPr lang="en-US" sz="2400" kern="1200" dirty="0"/>
        </a:p>
      </dsp:txBody>
      <dsp:txXfrm>
        <a:off x="3981839" y="3063902"/>
        <a:ext cx="3375000" cy="765000"/>
      </dsp:txXfrm>
    </dsp:sp>
    <dsp:sp modelId="{C76CD1A8-3DDA-4987-94EF-AA23A7E91872}">
      <dsp:nvSpPr>
        <dsp:cNvPr id="0" name=""/>
        <dsp:cNvSpPr/>
      </dsp:nvSpPr>
      <dsp:spPr>
        <a:xfrm>
          <a:off x="8605589" y="363902"/>
          <a:ext cx="2058750" cy="2058750"/>
        </a:xfrm>
        <a:prstGeom prst="ellipse">
          <a:avLst/>
        </a:prstGeom>
        <a:solidFill>
          <a:srgbClr val="E7E8E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CD03E7-11AA-490F-B72B-876FA37F7EF2}">
      <dsp:nvSpPr>
        <dsp:cNvPr id="0" name=""/>
        <dsp:cNvSpPr/>
      </dsp:nvSpPr>
      <dsp:spPr>
        <a:xfrm>
          <a:off x="9044339" y="802652"/>
          <a:ext cx="1181250" cy="11812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49CBB3-612D-47FF-B051-D920A777D74F}">
      <dsp:nvSpPr>
        <dsp:cNvPr id="0" name=""/>
        <dsp:cNvSpPr/>
      </dsp:nvSpPr>
      <dsp:spPr>
        <a:xfrm>
          <a:off x="7947464" y="3063902"/>
          <a:ext cx="33750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400" kern="1200" dirty="0"/>
            <a:t>Estrategias experimentales</a:t>
          </a:r>
          <a:endParaRPr lang="en-US" sz="2400" kern="1200" dirty="0"/>
        </a:p>
      </dsp:txBody>
      <dsp:txXfrm>
        <a:off x="7947464" y="3063902"/>
        <a:ext cx="3375000" cy="765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F903C8-FA64-45E0-80B0-BF8DF40BAE96}">
      <dsp:nvSpPr>
        <dsp:cNvPr id="0" name=""/>
        <dsp:cNvSpPr/>
      </dsp:nvSpPr>
      <dsp:spPr>
        <a:xfrm>
          <a:off x="0" y="40963"/>
          <a:ext cx="9485875" cy="13747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1" kern="1200" dirty="0"/>
            <a:t>ODS 4 – Educación de calidad: </a:t>
          </a:r>
          <a:r>
            <a:rPr lang="es-ES" sz="2500" kern="1200" dirty="0"/>
            <a:t>“Garantizar una educación inclusiva y equitativa de calidad y promover oportunidades de aprendizaje permanente para todos”</a:t>
          </a:r>
          <a:endParaRPr lang="en-US" sz="2500" kern="1200" dirty="0"/>
        </a:p>
      </dsp:txBody>
      <dsp:txXfrm>
        <a:off x="67110" y="108073"/>
        <a:ext cx="9351655" cy="1240530"/>
      </dsp:txXfrm>
    </dsp:sp>
    <dsp:sp modelId="{A5836C9D-3094-4707-A4B2-8451D155B880}">
      <dsp:nvSpPr>
        <dsp:cNvPr id="0" name=""/>
        <dsp:cNvSpPr/>
      </dsp:nvSpPr>
      <dsp:spPr>
        <a:xfrm>
          <a:off x="0" y="1487713"/>
          <a:ext cx="9485875" cy="13747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1" kern="1200" dirty="0"/>
            <a:t>ODS 9 – Industria, innovación e infraestructura:</a:t>
          </a:r>
          <a:r>
            <a:rPr lang="es-ES" sz="2500" kern="1200" dirty="0"/>
            <a:t> “Construir infraestructuras resilientes, promover la industrialización inclusiva y fomentar la innovación”</a:t>
          </a:r>
          <a:endParaRPr lang="en-US" sz="2500" kern="1200" dirty="0"/>
        </a:p>
      </dsp:txBody>
      <dsp:txXfrm>
        <a:off x="67110" y="1554823"/>
        <a:ext cx="9351655" cy="1240530"/>
      </dsp:txXfrm>
    </dsp:sp>
    <dsp:sp modelId="{F3FD44B5-8C7F-4B23-B09A-33C691036FCA}">
      <dsp:nvSpPr>
        <dsp:cNvPr id="0" name=""/>
        <dsp:cNvSpPr/>
      </dsp:nvSpPr>
      <dsp:spPr>
        <a:xfrm>
          <a:off x="0" y="2951048"/>
          <a:ext cx="9485875" cy="13747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1" kern="1200" dirty="0"/>
            <a:t>ODS 16 – Paz, justicia e instituciones sólidas: </a:t>
          </a:r>
          <a:r>
            <a:rPr lang="es-ES" sz="2500" kern="1200" dirty="0"/>
            <a:t>“Crear instituciones eficaces, responsables y transparentes”</a:t>
          </a:r>
          <a:endParaRPr lang="en-US" sz="2500" kern="1200" dirty="0"/>
        </a:p>
      </dsp:txBody>
      <dsp:txXfrm>
        <a:off x="67110" y="3018158"/>
        <a:ext cx="9351655" cy="12405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38C322-D8BF-44BB-A993-EFCFFD789231}">
      <dsp:nvSpPr>
        <dsp:cNvPr id="0" name=""/>
        <dsp:cNvSpPr/>
      </dsp:nvSpPr>
      <dsp:spPr>
        <a:xfrm>
          <a:off x="0" y="0"/>
          <a:ext cx="8097012" cy="783240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/>
            <a:t>Recopilación de datos</a:t>
          </a:r>
          <a:endParaRPr lang="es-ES" sz="2800" kern="1200" dirty="0"/>
        </a:p>
      </dsp:txBody>
      <dsp:txXfrm>
        <a:off x="22940" y="22940"/>
        <a:ext cx="7160195" cy="737360"/>
      </dsp:txXfrm>
    </dsp:sp>
    <dsp:sp modelId="{FA7804D5-4C68-4188-9646-BB15B56E4CE1}">
      <dsp:nvSpPr>
        <dsp:cNvPr id="0" name=""/>
        <dsp:cNvSpPr/>
      </dsp:nvSpPr>
      <dsp:spPr>
        <a:xfrm>
          <a:off x="604647" y="892024"/>
          <a:ext cx="8097012" cy="783240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136400"/>
            <a:satOff val="-14223"/>
            <a:lumOff val="95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/>
            <a:t>Procesamiento e ingesta documental</a:t>
          </a:r>
          <a:endParaRPr lang="es-ES" sz="2800" kern="1200" dirty="0"/>
        </a:p>
      </dsp:txBody>
      <dsp:txXfrm>
        <a:off x="627587" y="914964"/>
        <a:ext cx="6937378" cy="737360"/>
      </dsp:txXfrm>
    </dsp:sp>
    <dsp:sp modelId="{3277F692-5F01-4618-8D88-1D362450DCC5}">
      <dsp:nvSpPr>
        <dsp:cNvPr id="0" name=""/>
        <dsp:cNvSpPr/>
      </dsp:nvSpPr>
      <dsp:spPr>
        <a:xfrm>
          <a:off x="1209293" y="1784048"/>
          <a:ext cx="8097012" cy="783240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272799"/>
            <a:satOff val="-28446"/>
            <a:lumOff val="1911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 dirty="0"/>
            <a:t>Investigación sobre grafos de conocimiento</a:t>
          </a:r>
        </a:p>
      </dsp:txBody>
      <dsp:txXfrm>
        <a:off x="1232233" y="1806988"/>
        <a:ext cx="6937378" cy="737360"/>
      </dsp:txXfrm>
    </dsp:sp>
    <dsp:sp modelId="{1296D7A5-42CC-42A9-9258-40C343169173}">
      <dsp:nvSpPr>
        <dsp:cNvPr id="0" name=""/>
        <dsp:cNvSpPr/>
      </dsp:nvSpPr>
      <dsp:spPr>
        <a:xfrm>
          <a:off x="1813940" y="2676072"/>
          <a:ext cx="8097012" cy="783240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409199"/>
            <a:satOff val="-42669"/>
            <a:lumOff val="2866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 dirty="0"/>
            <a:t>Investigación de la generación </a:t>
          </a:r>
          <a:r>
            <a:rPr lang="es-ES" sz="2800" kern="1200" dirty="0" err="1"/>
            <a:t>multiidioma</a:t>
          </a:r>
          <a:endParaRPr lang="es-ES" sz="2800" kern="1200" dirty="0"/>
        </a:p>
      </dsp:txBody>
      <dsp:txXfrm>
        <a:off x="1836880" y="2699012"/>
        <a:ext cx="6937378" cy="737360"/>
      </dsp:txXfrm>
    </dsp:sp>
    <dsp:sp modelId="{C4CAE690-9F38-4F52-8CF6-165F88FC618D}">
      <dsp:nvSpPr>
        <dsp:cNvPr id="0" name=""/>
        <dsp:cNvSpPr/>
      </dsp:nvSpPr>
      <dsp:spPr>
        <a:xfrm>
          <a:off x="2418587" y="3568097"/>
          <a:ext cx="8097012" cy="783240"/>
        </a:xfrm>
        <a:prstGeom prst="roundRect">
          <a:avLst>
            <a:gd name="adj" fmla="val 10000"/>
          </a:avLst>
        </a:prstGeom>
        <a:solidFill>
          <a:srgbClr val="8598A9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/>
            <a:t>Evaluación y benchmarking</a:t>
          </a:r>
        </a:p>
      </dsp:txBody>
      <dsp:txXfrm>
        <a:off x="2441527" y="3591037"/>
        <a:ext cx="6937378" cy="737360"/>
      </dsp:txXfrm>
    </dsp:sp>
    <dsp:sp modelId="{90B7CC94-BF9A-4EAB-AD3F-AD8AFF656B45}">
      <dsp:nvSpPr>
        <dsp:cNvPr id="0" name=""/>
        <dsp:cNvSpPr/>
      </dsp:nvSpPr>
      <dsp:spPr>
        <a:xfrm>
          <a:off x="7587905" y="572200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300" kern="1200"/>
        </a:p>
      </dsp:txBody>
      <dsp:txXfrm>
        <a:off x="7702454" y="572200"/>
        <a:ext cx="280008" cy="383102"/>
      </dsp:txXfrm>
    </dsp:sp>
    <dsp:sp modelId="{8AA54457-B260-4B00-AA3C-FBB7D925919B}">
      <dsp:nvSpPr>
        <dsp:cNvPr id="0" name=""/>
        <dsp:cNvSpPr/>
      </dsp:nvSpPr>
      <dsp:spPr>
        <a:xfrm>
          <a:off x="8192552" y="146422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300" kern="1200"/>
        </a:p>
      </dsp:txBody>
      <dsp:txXfrm>
        <a:off x="8307101" y="1464225"/>
        <a:ext cx="280008" cy="383102"/>
      </dsp:txXfrm>
    </dsp:sp>
    <dsp:sp modelId="{08B99042-0B26-432C-BF5C-9948253764BC}">
      <dsp:nvSpPr>
        <dsp:cNvPr id="0" name=""/>
        <dsp:cNvSpPr/>
      </dsp:nvSpPr>
      <dsp:spPr>
        <a:xfrm>
          <a:off x="8797199" y="234319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300" kern="1200"/>
        </a:p>
      </dsp:txBody>
      <dsp:txXfrm>
        <a:off x="8911748" y="2343195"/>
        <a:ext cx="280008" cy="383102"/>
      </dsp:txXfrm>
    </dsp:sp>
    <dsp:sp modelId="{BDF6AD3D-AEFD-44BA-8A80-4386566FCA7A}">
      <dsp:nvSpPr>
        <dsp:cNvPr id="0" name=""/>
        <dsp:cNvSpPr/>
      </dsp:nvSpPr>
      <dsp:spPr>
        <a:xfrm>
          <a:off x="9401846" y="3243922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300" kern="1200"/>
        </a:p>
      </dsp:txBody>
      <dsp:txXfrm>
        <a:off x="9516395" y="3243922"/>
        <a:ext cx="280008" cy="3831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21BBE5-87F6-460C-A6D3-49EB40B0C567}">
      <dsp:nvSpPr>
        <dsp:cNvPr id="0" name=""/>
        <dsp:cNvSpPr/>
      </dsp:nvSpPr>
      <dsp:spPr>
        <a:xfrm>
          <a:off x="718664" y="123452"/>
          <a:ext cx="1955812" cy="1955812"/>
        </a:xfrm>
        <a:prstGeom prst="ellipse">
          <a:avLst/>
        </a:prstGeom>
        <a:solidFill>
          <a:srgbClr val="E7E8E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597A2B-F40F-43AE-B2DF-E4FF20F67A48}">
      <dsp:nvSpPr>
        <dsp:cNvPr id="0" name=""/>
        <dsp:cNvSpPr/>
      </dsp:nvSpPr>
      <dsp:spPr>
        <a:xfrm>
          <a:off x="1135476" y="54026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8D8D94-03C1-4455-994E-3FBC10718DBE}">
      <dsp:nvSpPr>
        <dsp:cNvPr id="0" name=""/>
        <dsp:cNvSpPr/>
      </dsp:nvSpPr>
      <dsp:spPr>
        <a:xfrm>
          <a:off x="93445" y="2688452"/>
          <a:ext cx="3206250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800" kern="1200" dirty="0" err="1"/>
            <a:t>CV’s</a:t>
          </a:r>
          <a:endParaRPr lang="en-US" sz="2800" kern="1200" dirty="0"/>
        </a:p>
      </dsp:txBody>
      <dsp:txXfrm>
        <a:off x="93445" y="2688452"/>
        <a:ext cx="3206250" cy="877500"/>
      </dsp:txXfrm>
    </dsp:sp>
    <dsp:sp modelId="{FA31EB97-A652-4D84-AB80-E16B00798E1B}">
      <dsp:nvSpPr>
        <dsp:cNvPr id="0" name=""/>
        <dsp:cNvSpPr/>
      </dsp:nvSpPr>
      <dsp:spPr>
        <a:xfrm>
          <a:off x="4486008" y="123452"/>
          <a:ext cx="1955812" cy="1955812"/>
        </a:xfrm>
        <a:prstGeom prst="ellipse">
          <a:avLst/>
        </a:prstGeom>
        <a:solidFill>
          <a:srgbClr val="E7E8E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214AA4-A3C8-4E9C-B83B-260F76690132}">
      <dsp:nvSpPr>
        <dsp:cNvPr id="0" name=""/>
        <dsp:cNvSpPr/>
      </dsp:nvSpPr>
      <dsp:spPr>
        <a:xfrm>
          <a:off x="4902820" y="54026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4ADF86-7B75-4904-8843-3BFDCD2B663A}">
      <dsp:nvSpPr>
        <dsp:cNvPr id="0" name=""/>
        <dsp:cNvSpPr/>
      </dsp:nvSpPr>
      <dsp:spPr>
        <a:xfrm>
          <a:off x="3860789" y="2688452"/>
          <a:ext cx="3206250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800" kern="1200" dirty="0"/>
            <a:t>Legislación europea</a:t>
          </a:r>
          <a:endParaRPr lang="en-US" sz="2800" kern="1200" dirty="0"/>
        </a:p>
      </dsp:txBody>
      <dsp:txXfrm>
        <a:off x="3860789" y="2688452"/>
        <a:ext cx="3206250" cy="877500"/>
      </dsp:txXfrm>
    </dsp:sp>
    <dsp:sp modelId="{4A812C4F-6BE1-41F7-A432-4134909872F5}">
      <dsp:nvSpPr>
        <dsp:cNvPr id="0" name=""/>
        <dsp:cNvSpPr/>
      </dsp:nvSpPr>
      <dsp:spPr>
        <a:xfrm>
          <a:off x="8253352" y="123452"/>
          <a:ext cx="1955812" cy="1955812"/>
        </a:xfrm>
        <a:prstGeom prst="ellipse">
          <a:avLst/>
        </a:prstGeom>
        <a:solidFill>
          <a:srgbClr val="E7E8E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3659BB-8657-4E15-AB26-F748DBF12F5C}">
      <dsp:nvSpPr>
        <dsp:cNvPr id="0" name=""/>
        <dsp:cNvSpPr/>
      </dsp:nvSpPr>
      <dsp:spPr>
        <a:xfrm>
          <a:off x="8670164" y="54026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B77A23-DD64-461C-83E4-7F3057B55F79}">
      <dsp:nvSpPr>
        <dsp:cNvPr id="0" name=""/>
        <dsp:cNvSpPr/>
      </dsp:nvSpPr>
      <dsp:spPr>
        <a:xfrm>
          <a:off x="7628133" y="2688452"/>
          <a:ext cx="3206250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800" kern="1200" dirty="0"/>
            <a:t>Wikipedia</a:t>
          </a:r>
          <a:endParaRPr lang="en-US" sz="2800" kern="1200" dirty="0"/>
        </a:p>
      </dsp:txBody>
      <dsp:txXfrm>
        <a:off x="7628133" y="2688452"/>
        <a:ext cx="3206250" cy="877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DDA3B7-DF4B-4512-9353-21E7A8669511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779901-12C0-4769-AE20-E86B9F61769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8602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79901-12C0-4769-AE20-E86B9F617692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186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Un sistema RAG es aquel que combina modelos de lenguaje (</a:t>
            </a:r>
            <a:r>
              <a:rPr lang="es-ES" dirty="0" err="1"/>
              <a:t>LLMs</a:t>
            </a:r>
            <a:r>
              <a:rPr lang="es-ES" dirty="0"/>
              <a:t>) con fuentes de conocimiento específicas. </a:t>
            </a:r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No tiene sentido implementar el sistema full open </a:t>
            </a:r>
            <a:r>
              <a:rPr lang="es-ES" dirty="0" err="1"/>
              <a:t>source</a:t>
            </a:r>
            <a:r>
              <a:rPr lang="es-ES" dirty="0"/>
              <a:t> cuando ya existen soluciones muy potentes </a:t>
            </a:r>
            <a:r>
              <a:rPr lang="es-ES" u="none" dirty="0"/>
              <a:t>y así el proyecto es en un entorno similar a producción y a lo que se puede encontrar en la vida real. También tiene más </a:t>
            </a:r>
            <a:r>
              <a:rPr lang="es-ES" u="none"/>
              <a:t>valor empresarial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79901-12C0-4769-AE20-E86B9F617692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6328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s-ES" dirty="0"/>
              <a:t>Integración de diversas fuentes de conocimiento (documentación inconexa)</a:t>
            </a:r>
          </a:p>
          <a:p>
            <a:pPr marL="171450" indent="-171450">
              <a:buFontTx/>
              <a:buChar char="-"/>
            </a:pPr>
            <a:r>
              <a:rPr lang="es-ES" dirty="0"/>
              <a:t>Combinar texto + grafos de conocimiento</a:t>
            </a:r>
          </a:p>
          <a:p>
            <a:pPr marL="171450" indent="-171450">
              <a:buFontTx/>
              <a:buChar char="-"/>
            </a:pPr>
            <a:r>
              <a:rPr lang="es-ES" dirty="0"/>
              <a:t>Consultas enumerativas (recuperar un conjunto limitado de </a:t>
            </a:r>
            <a:r>
              <a:rPr lang="es-ES" dirty="0" err="1"/>
              <a:t>chunks</a:t>
            </a:r>
            <a:r>
              <a:rPr lang="es-ES" dirty="0"/>
              <a:t> suele derivar en respuestas inconexas)</a:t>
            </a:r>
          </a:p>
          <a:p>
            <a:pPr marL="0" indent="0">
              <a:buFontTx/>
              <a:buNone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79901-12C0-4769-AE20-E86B9F617692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1753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79901-12C0-4769-AE20-E86B9F617692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8529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Recopilación de datos</a:t>
            </a:r>
          </a:p>
          <a:p>
            <a:r>
              <a:rPr lang="es-ES" dirty="0"/>
              <a:t>Procesamiento e ingesta documental</a:t>
            </a:r>
          </a:p>
          <a:p>
            <a:r>
              <a:rPr lang="es-ES" dirty="0"/>
              <a:t>Indexación vectorial</a:t>
            </a:r>
          </a:p>
          <a:p>
            <a:r>
              <a:rPr lang="es-ES" dirty="0"/>
              <a:t>Grafos de conocimiento</a:t>
            </a:r>
          </a:p>
          <a:p>
            <a:r>
              <a:rPr lang="es-ES" dirty="0"/>
              <a:t>Generación </a:t>
            </a:r>
            <a:r>
              <a:rPr lang="es-ES" dirty="0" err="1"/>
              <a:t>multiidioma</a:t>
            </a:r>
            <a:endParaRPr lang="es-ES" dirty="0"/>
          </a:p>
          <a:p>
            <a:r>
              <a:rPr lang="es-ES" dirty="0"/>
              <a:t>Evaluación y benchmarking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79901-12C0-4769-AE20-E86B9F617692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5194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22B3A9-4244-C66D-F256-56A96E853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468BD3-0075-DDA6-9512-BD3CB3AA4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959025-C91F-C9A7-F323-05AF6AFF3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7F1EA1-29C1-358B-5351-7B1AD3A8C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02B2A8-AB31-FDDB-82C1-C7C203F46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2199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971F0F-E9FD-055A-53AC-84E3A10B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CAB9B2-41A0-E7ED-84E3-57296130D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C1319C-DF03-6D1C-4448-B6D35FDFA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278443-04B5-DDA6-6A60-E1EE46C1C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D0B86D-DE92-00F2-A22C-91F36D9F8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3837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25049-D789-EC70-4187-9F21B2636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288483-66A3-D6A0-8F1C-3E2C07494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F34B58-43BF-E99D-C0E4-8EB4B4545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BF0BED-3827-4E7D-6890-D24267A37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420608-3543-8815-8BA0-96C75BC60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8338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FCB3CA-F909-E3A0-C4F5-52D12C5AD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4EE17F-77D3-ED50-1D2E-9FB1439C2D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7B6804-1AB5-B3DA-B905-36CEE7612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B62E2D-AD60-B8CB-B600-D26EE8174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C14868-165E-C7BC-8B36-4A125F99C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FE84B3-625F-A839-0958-77752CE35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2474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0BDA6-2F60-3618-471F-5D106B3CD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6986FC-0BC9-5963-8D29-440FA2DC9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B98A0C-7D79-7B2E-15AF-3DBFDA627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D7B4363-A532-8399-864D-D4A62AE95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4C03C35-4B77-FDF6-B139-F06296307E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E407CAA-D361-BBFB-A029-28E182C65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2A950C8-78CF-6075-E7A9-D7667E544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6D209F4-1804-C0BA-E8C3-4080805D2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5574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EEB8EA-52AB-6D6E-AF67-0265E8456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40B64B-D19B-8264-3384-9D930FFBF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28A51AB-B8C2-E727-2F24-AAF3C94A1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7D53D55-CDC5-03B4-E784-3D053648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4624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00F3146-9460-F996-A256-2019A6A90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FBD0FE0-081C-4C9D-8DC0-BA48E56E4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6F93A9-E030-50F6-248F-CE3207CC7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3724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3B15B-623D-0EE1-090A-1BE7DC3F3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0A30EA-966C-8AE9-9041-2AA4AE559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DEFA58-20B1-80B1-CBBF-9B7A51D03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22DE3E1-27C4-3FBD-BEC4-AFCC57AD9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D7D89A-CD85-A308-69AF-3947C3519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66B759-8DEB-1B7D-1CCD-A8522AD95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9978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6A6567-B976-8603-C182-9D1E86A7D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CFD9446-7AB9-7DC7-7AE4-F987CDE92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3F4520-3DC6-862E-2801-B5E19D135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D879B24-1948-B54B-A314-22578C330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2945E4D-7577-F341-8ACD-73DBABF42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8F270E-1E4E-A09B-ADDE-8E6CD29D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0314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F0E53A-D324-68CC-EF48-15593B024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9A2A314-057A-AD99-C2C6-F31001EE2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A02DF2-0BD4-C0B4-2C95-40542E1E8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12C29E-3D88-5D06-75E0-BD6070EA0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5241FB-B974-ADDA-1FE7-BA849DAAF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7233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6EB41E2-C88E-7488-BAD6-BAD1051361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03C137-0824-F4EC-C880-C8E568CF7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D7B481-5550-2CD5-AA5A-88210A0BF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38AF1-FF45-4AF1-AEA9-0AA3EBC94766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E6E8C5-BFE3-624F-EBF1-054985FB9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92E354-FD61-B410-4691-614FD455B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0844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0B8FD55-A476-1524-23F9-888773FA4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AF6BE2-0CD6-FF82-3196-3E4987BE1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6B671A-EFE0-7B4B-D828-5EE4152F0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838AF1-FF45-4AF1-AEA9-0AA3EBC94766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800AC0-E78E-59E0-4FF8-A5AF4EDCA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C78712-2718-9195-89DA-011E444FE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625F66-E82C-41AA-85A8-A50155738B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5838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diagramLayout" Target="../diagrams/layout3.xml"/><Relationship Id="rId7" Type="http://schemas.openxmlformats.org/officeDocument/2006/relationships/image" Target="../media/image10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222ADF-5EA2-1F1E-7A57-3D0409420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s-ES" sz="4800">
                <a:solidFill>
                  <a:srgbClr val="FFFFFF"/>
                </a:solidFill>
              </a:rPr>
              <a:t>Desarrollo sistema RAG</a:t>
            </a:r>
          </a:p>
        </p:txBody>
      </p:sp>
      <p:sp>
        <p:nvSpPr>
          <p:cNvPr id="45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57164F-BC27-5F0D-3C21-6DECCB699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s-ES">
                <a:solidFill>
                  <a:srgbClr val="FFFFFF"/>
                </a:solidFill>
              </a:rPr>
              <a:t>Sofía Negueruela Avellaneda</a:t>
            </a:r>
          </a:p>
        </p:txBody>
      </p:sp>
    </p:spTree>
    <p:extLst>
      <p:ext uri="{BB962C8B-B14F-4D97-AF65-F5344CB8AC3E}">
        <p14:creationId xmlns:p14="http://schemas.microsoft.com/office/powerpoint/2010/main" val="292513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4" name="Rectangle 107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0" name="Rectangle 107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2" name="Rectangle 1081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716728-8814-D95A-CB01-2FB8A139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¿</a:t>
            </a:r>
            <a:r>
              <a:rPr lang="en-US" sz="4000" dirty="0" err="1">
                <a:solidFill>
                  <a:srgbClr val="FFFFFF"/>
                </a:solidFill>
              </a:rPr>
              <a:t>Qué</a:t>
            </a:r>
            <a:r>
              <a:rPr lang="en-US" sz="4000">
                <a:solidFill>
                  <a:srgbClr val="FFFFFF"/>
                </a:solidFill>
              </a:rPr>
              <a:t> es un </a:t>
            </a:r>
            <a:r>
              <a:rPr lang="en-US" sz="4000" dirty="0" err="1">
                <a:solidFill>
                  <a:srgbClr val="FFFFFF"/>
                </a:solidFill>
              </a:rPr>
              <a:t>sistema</a:t>
            </a:r>
            <a:r>
              <a:rPr lang="en-US" sz="4000" dirty="0">
                <a:solidFill>
                  <a:srgbClr val="FFFFFF"/>
                </a:solidFill>
              </a:rPr>
              <a:t> RAG?</a:t>
            </a:r>
          </a:p>
        </p:txBody>
      </p:sp>
      <p:pic>
        <p:nvPicPr>
          <p:cNvPr id="1034" name="Picture 10" descr="RAG: A Journey from Simple Query to Complex Narrative">
            <a:extLst>
              <a:ext uri="{FF2B5EF4-FFF2-40B4-BE49-F238E27FC236}">
                <a16:creationId xmlns:a16="http://schemas.microsoft.com/office/drawing/2014/main" id="{ECAEE3CF-7C86-519E-D00A-16EEFC2B66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42" t="9639" r="9445" b="11980"/>
          <a:stretch>
            <a:fillRect/>
          </a:stretch>
        </p:blipFill>
        <p:spPr bwMode="auto">
          <a:xfrm>
            <a:off x="715748" y="2799351"/>
            <a:ext cx="5131088" cy="2761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🔄 Beyond the Demo: How RAG Transformed My LLM Assistant, and What I'm ...">
            <a:extLst>
              <a:ext uri="{FF2B5EF4-FFF2-40B4-BE49-F238E27FC236}">
                <a16:creationId xmlns:a16="http://schemas.microsoft.com/office/drawing/2014/main" id="{A8F3D146-3702-98A4-CD6D-C9EB21828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" r="10383" b="2"/>
          <a:stretch>
            <a:fillRect/>
          </a:stretch>
        </p:blipFill>
        <p:spPr bwMode="auto">
          <a:xfrm>
            <a:off x="6345165" y="2451311"/>
            <a:ext cx="5131087" cy="353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7742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4" name="Rectangle 2063">
            <a:extLst>
              <a:ext uri="{FF2B5EF4-FFF2-40B4-BE49-F238E27FC236}">
                <a16:creationId xmlns:a16="http://schemas.microsoft.com/office/drawing/2014/main" id="{C681C32C-7AFC-4BB3-9088-65CBDFC5D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14B4BB-8D41-B024-CD71-9A851A36C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82" y="714487"/>
            <a:ext cx="4685857" cy="1465973"/>
          </a:xfrm>
        </p:spPr>
        <p:txBody>
          <a:bodyPr anchor="t">
            <a:normAutofit/>
          </a:bodyPr>
          <a:lstStyle/>
          <a:p>
            <a:r>
              <a:rPr lang="es-ES" sz="4000" dirty="0"/>
              <a:t>Desafíos de los sistemas RAG</a:t>
            </a:r>
          </a:p>
        </p:txBody>
      </p:sp>
      <p:sp>
        <p:nvSpPr>
          <p:cNvPr id="2066" name="Rectangle 2065">
            <a:extLst>
              <a:ext uri="{FF2B5EF4-FFF2-40B4-BE49-F238E27FC236}">
                <a16:creationId xmlns:a16="http://schemas.microsoft.com/office/drawing/2014/main" id="{199C0ED0-69DE-4C31-A5CF-E2A46FD30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8" name="Rectangle 2067">
            <a:extLst>
              <a:ext uri="{FF2B5EF4-FFF2-40B4-BE49-F238E27FC236}">
                <a16:creationId xmlns:a16="http://schemas.microsoft.com/office/drawing/2014/main" id="{8D42B8BD-40AF-488E-8A79-D7256C917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17073054-FD1A-06E0-5256-528055FCDD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3255287"/>
              </p:ext>
            </p:extLst>
          </p:nvPr>
        </p:nvGraphicFramePr>
        <p:xfrm>
          <a:off x="3929418" y="378956"/>
          <a:ext cx="7848600" cy="180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4" name="Grupo 3">
            <a:extLst>
              <a:ext uri="{FF2B5EF4-FFF2-40B4-BE49-F238E27FC236}">
                <a16:creationId xmlns:a16="http://schemas.microsoft.com/office/drawing/2014/main" id="{219076BD-3A9F-ED8E-0424-86E085840F64}"/>
              </a:ext>
            </a:extLst>
          </p:cNvPr>
          <p:cNvGrpSpPr/>
          <p:nvPr/>
        </p:nvGrpSpPr>
        <p:grpSpPr>
          <a:xfrm>
            <a:off x="1073624" y="2367234"/>
            <a:ext cx="10044752" cy="3776279"/>
            <a:chOff x="1073624" y="2515991"/>
            <a:chExt cx="10044752" cy="3776279"/>
          </a:xfrm>
        </p:grpSpPr>
        <p:pic>
          <p:nvPicPr>
            <p:cNvPr id="2050" name="Picture 2" descr="Unlocking the Untapped Potential of Retrieval-Augmented Generation (RAG ...">
              <a:extLst>
                <a:ext uri="{FF2B5EF4-FFF2-40B4-BE49-F238E27FC236}">
                  <a16:creationId xmlns:a16="http://schemas.microsoft.com/office/drawing/2014/main" id="{514F60A3-66FB-4739-A6CE-F105CC31FF9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-1" b="411"/>
            <a:stretch>
              <a:fillRect/>
            </a:stretch>
          </p:blipFill>
          <p:spPr bwMode="auto">
            <a:xfrm>
              <a:off x="1073624" y="2515991"/>
              <a:ext cx="10044752" cy="37762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4F058122-0ED0-A06D-74CC-4FFD9AD1E58F}"/>
                </a:ext>
              </a:extLst>
            </p:cNvPr>
            <p:cNvSpPr txBox="1"/>
            <p:nvPr/>
          </p:nvSpPr>
          <p:spPr>
            <a:xfrm>
              <a:off x="8607972" y="2678543"/>
              <a:ext cx="17762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dirty="0"/>
                <a:t>Búsqueda híbrida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0600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E3F92D-8555-03AD-3A5E-90E4BB6D8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Objetivos del proyecto</a:t>
            </a:r>
          </a:p>
        </p:txBody>
      </p:sp>
      <p:graphicFrame>
        <p:nvGraphicFramePr>
          <p:cNvPr id="12" name="Marcador de contenido 2">
            <a:extLst>
              <a:ext uri="{FF2B5EF4-FFF2-40B4-BE49-F238E27FC236}">
                <a16:creationId xmlns:a16="http://schemas.microsoft.com/office/drawing/2014/main" id="{5C1E40B6-843E-2169-5EAB-28868D106B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1010919"/>
              </p:ext>
            </p:extLst>
          </p:nvPr>
        </p:nvGraphicFramePr>
        <p:xfrm>
          <a:off x="644056" y="2112579"/>
          <a:ext cx="11338678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5261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6347DB-7E3C-F1FE-8DA5-65B5F9DDC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Alineación con los ODS</a:t>
            </a:r>
          </a:p>
        </p:txBody>
      </p:sp>
      <p:graphicFrame>
        <p:nvGraphicFramePr>
          <p:cNvPr id="18" name="Marcador de contenido 2">
            <a:extLst>
              <a:ext uri="{FF2B5EF4-FFF2-40B4-BE49-F238E27FC236}">
                <a16:creationId xmlns:a16="http://schemas.microsoft.com/office/drawing/2014/main" id="{FFA7EFE8-EA38-12FD-3D40-36B2CE82C5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6709578"/>
              </p:ext>
            </p:extLst>
          </p:nvPr>
        </p:nvGraphicFramePr>
        <p:xfrm>
          <a:off x="503943" y="2005539"/>
          <a:ext cx="9485875" cy="4350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7" name="Picture 4" descr="Materiales de comunicación - Desarrollo Sostenible">
            <a:extLst>
              <a:ext uri="{FF2B5EF4-FFF2-40B4-BE49-F238E27FC236}">
                <a16:creationId xmlns:a16="http://schemas.microsoft.com/office/drawing/2014/main" id="{81C8CF74-07A9-8E7A-C2D3-6A22004815C1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8791" y="3539090"/>
            <a:ext cx="1368000" cy="13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6" descr="Objetivo Del Desarrollo Sostenible Educación De Calidad Y Comunidad ...">
            <a:extLst>
              <a:ext uri="{FF2B5EF4-FFF2-40B4-BE49-F238E27FC236}">
                <a16:creationId xmlns:a16="http://schemas.microsoft.com/office/drawing/2014/main" id="{54E43329-3D0D-E460-3628-1A3BD47EA969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67" t="9539" r="29216" b="9889"/>
          <a:stretch>
            <a:fillRect/>
          </a:stretch>
        </p:blipFill>
        <p:spPr bwMode="auto">
          <a:xfrm>
            <a:off x="10254618" y="2096094"/>
            <a:ext cx="1368000" cy="13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4" descr="ODS 16. Paz, justicia e instituciones sólidas - #BeTheChange">
            <a:extLst>
              <a:ext uri="{FF2B5EF4-FFF2-40B4-BE49-F238E27FC236}">
                <a16:creationId xmlns:a16="http://schemas.microsoft.com/office/drawing/2014/main" id="{744676F7-EC39-0C5D-2C1D-336A58715011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43" t="19653" r="16773" b="20199"/>
          <a:stretch>
            <a:fillRect/>
          </a:stretch>
        </p:blipFill>
        <p:spPr bwMode="auto">
          <a:xfrm>
            <a:off x="10254618" y="4995691"/>
            <a:ext cx="1368000" cy="13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7430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66AD63-0932-AD98-022F-899963987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/>
              <a:t>Metodología de trabajo</a:t>
            </a:r>
          </a:p>
        </p:txBody>
      </p: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66D59420-5E69-5A4D-F5AA-9E440A37E1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534598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68037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86147F-815A-DA68-1CCD-47FA928A4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Casos de uso</a:t>
            </a:r>
          </a:p>
        </p:txBody>
      </p:sp>
      <p:graphicFrame>
        <p:nvGraphicFramePr>
          <p:cNvPr id="7" name="Marcador de contenido 2">
            <a:extLst>
              <a:ext uri="{FF2B5EF4-FFF2-40B4-BE49-F238E27FC236}">
                <a16:creationId xmlns:a16="http://schemas.microsoft.com/office/drawing/2014/main" id="{F11D2317-1CAC-1D7C-B882-9909ECBA20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019615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8812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16BDB03-E13F-97A2-9748-CC28B2354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457200"/>
            <a:ext cx="105664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300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252</Words>
  <Application>Microsoft Office PowerPoint</Application>
  <PresentationFormat>Panorámica</PresentationFormat>
  <Paragraphs>43</Paragraphs>
  <Slides>8</Slides>
  <Notes>5</Notes>
  <HiddenSlides>1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Tema de Office</vt:lpstr>
      <vt:lpstr>Desarrollo sistema RAG</vt:lpstr>
      <vt:lpstr>¿Qué es un sistema RAG?</vt:lpstr>
      <vt:lpstr>Desafíos de los sistemas RAG</vt:lpstr>
      <vt:lpstr>Objetivos del proyecto</vt:lpstr>
      <vt:lpstr>Alineación con los ODS</vt:lpstr>
      <vt:lpstr>Metodología de trabajo</vt:lpstr>
      <vt:lpstr>Casos de uso</vt:lpstr>
      <vt:lpstr>Presentación de PowerPoint</vt:lpstr>
    </vt:vector>
  </TitlesOfParts>
  <Company>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Sofia Negueruela Avellaneda</dc:creator>
  <cp:lastModifiedBy>Sofia Negueruela Avellaneda</cp:lastModifiedBy>
  <cp:revision>1</cp:revision>
  <dcterms:created xsi:type="dcterms:W3CDTF">2026-02-27T11:34:51Z</dcterms:created>
  <dcterms:modified xsi:type="dcterms:W3CDTF">2026-03-02T18:48:37Z</dcterms:modified>
</cp:coreProperties>
</file>