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67" r:id="rId4"/>
    <p:sldId id="259" r:id="rId5"/>
    <p:sldId id="257" r:id="rId6"/>
    <p:sldId id="258" r:id="rId7"/>
    <p:sldId id="268" r:id="rId8"/>
    <p:sldId id="262" r:id="rId9"/>
    <p:sldId id="269" r:id="rId10"/>
    <p:sldId id="270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 y objetivos" id="{890F5941-F27A-4ACB-911A-D7BFB584517A}">
          <p14:sldIdLst>
            <p14:sldId id="256"/>
            <p14:sldId id="261"/>
            <p14:sldId id="267"/>
            <p14:sldId id="259"/>
          </p14:sldIdLst>
        </p14:section>
        <p14:section name="Diseño del sistema" id="{1F24B7CA-BA2C-43A9-A70B-F7FE77292776}">
          <p14:sldIdLst>
            <p14:sldId id="257"/>
            <p14:sldId id="258"/>
            <p14:sldId id="268"/>
            <p14:sldId id="262"/>
          </p14:sldIdLst>
        </p14:section>
        <p14:section name="Resultados y estado actual" id="{673AEFD9-50FE-4A82-A53B-85175633FD40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8E9"/>
    <a:srgbClr val="8598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B30D3D-AB1C-4DCE-888A-F70CA2E70373}" v="56" dt="2026-04-17T21:19:07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95" autoAdjust="0"/>
    <p:restoredTop sz="83130" autoAdjust="0"/>
  </p:normalViewPr>
  <p:slideViewPr>
    <p:cSldViewPr snapToGrid="0">
      <p:cViewPr varScale="1">
        <p:scale>
          <a:sx n="61" d="100"/>
          <a:sy n="61" d="100"/>
        </p:scale>
        <p:origin x="9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fia Negueruela Avellaneda" userId="1355ce59-2ee3-4584-b6f2-c7e4b99958aa" providerId="ADAL" clId="{75AA7C8B-0E1E-45F8-BB8D-1CDD06E81B9F}"/>
    <pc:docChg chg="undo redo custSel addSld delSld modSld sldOrd addSection modSection">
      <pc:chgData name="Sofia Negueruela Avellaneda" userId="1355ce59-2ee3-4584-b6f2-c7e4b99958aa" providerId="ADAL" clId="{75AA7C8B-0E1E-45F8-BB8D-1CDD06E81B9F}" dt="2026-04-17T21:19:46.971" v="2590" actId="20577"/>
      <pc:docMkLst>
        <pc:docMk/>
      </pc:docMkLst>
      <pc:sldChg chg="addSp delSp modSp new mod setBg addAnim modAnim">
        <pc:chgData name="Sofia Negueruela Avellaneda" userId="1355ce59-2ee3-4584-b6f2-c7e4b99958aa" providerId="ADAL" clId="{75AA7C8B-0E1E-45F8-BB8D-1CDD06E81B9F}" dt="2026-04-17T16:17:53.684" v="2315" actId="20577"/>
        <pc:sldMkLst>
          <pc:docMk/>
          <pc:sldMk cId="292513249" sldId="256"/>
        </pc:sldMkLst>
        <pc:spChg chg="mod">
          <ac:chgData name="Sofia Negueruela Avellaneda" userId="1355ce59-2ee3-4584-b6f2-c7e4b99958aa" providerId="ADAL" clId="{75AA7C8B-0E1E-45F8-BB8D-1CDD06E81B9F}" dt="2026-04-17T16:17:53.684" v="2315" actId="20577"/>
          <ac:spMkLst>
            <pc:docMk/>
            <pc:sldMk cId="292513249" sldId="256"/>
            <ac:spMk id="3" creationId="{AE57164F-BC27-5F0D-3C21-6DECCB699AA1}"/>
          </ac:spMkLst>
        </pc:spChg>
      </pc:sldChg>
      <pc:sldChg chg="addSp delSp modSp ord">
        <pc:chgData name="Sofia Negueruela Avellaneda" userId="1355ce59-2ee3-4584-b6f2-c7e4b99958aa" providerId="ADAL" clId="{75AA7C8B-0E1E-45F8-BB8D-1CDD06E81B9F}" dt="2026-04-17T21:18:42.076" v="2468"/>
        <pc:sldMkLst>
          <pc:docMk/>
          <pc:sldMk cId="1987742604" sldId="257"/>
        </pc:sldMkLst>
        <pc:spChg chg="mod">
          <ac:chgData name="Sofia Negueruela Avellaneda" userId="1355ce59-2ee3-4584-b6f2-c7e4b99958aa" providerId="ADAL" clId="{75AA7C8B-0E1E-45F8-BB8D-1CDD06E81B9F}" dt="2026-04-17T21:18:42.076" v="2468"/>
          <ac:spMkLst>
            <pc:docMk/>
            <pc:sldMk cId="1987742604" sldId="257"/>
            <ac:spMk id="3" creationId="{4F058122-0ED0-A06D-74CC-4FFD9AD1E58F}"/>
          </ac:spMkLst>
        </pc:spChg>
        <pc:grpChg chg="add mod">
          <ac:chgData name="Sofia Negueruela Avellaneda" userId="1355ce59-2ee3-4584-b6f2-c7e4b99958aa" providerId="ADAL" clId="{75AA7C8B-0E1E-45F8-BB8D-1CDD06E81B9F}" dt="2026-04-17T21:18:42.076" v="2468"/>
          <ac:grpSpMkLst>
            <pc:docMk/>
            <pc:sldMk cId="1987742604" sldId="257"/>
            <ac:grpSpMk id="4" creationId="{219076BD-3A9F-ED8E-0424-86E085840F64}"/>
          </ac:grpSpMkLst>
        </pc:grpChg>
        <pc:picChg chg="del">
          <ac:chgData name="Sofia Negueruela Avellaneda" userId="1355ce59-2ee3-4584-b6f2-c7e4b99958aa" providerId="ADAL" clId="{75AA7C8B-0E1E-45F8-BB8D-1CDD06E81B9F}" dt="2026-04-17T21:18:41.526" v="2467" actId="478"/>
          <ac:picMkLst>
            <pc:docMk/>
            <pc:sldMk cId="1987742604" sldId="257"/>
            <ac:picMk id="1028" creationId="{A8F3D146-3702-98A4-CD6D-C9EB21828969}"/>
          </ac:picMkLst>
        </pc:picChg>
        <pc:picChg chg="del">
          <ac:chgData name="Sofia Negueruela Avellaneda" userId="1355ce59-2ee3-4584-b6f2-c7e4b99958aa" providerId="ADAL" clId="{75AA7C8B-0E1E-45F8-BB8D-1CDD06E81B9F}" dt="2026-04-17T21:18:41.526" v="2467" actId="478"/>
          <ac:picMkLst>
            <pc:docMk/>
            <pc:sldMk cId="1987742604" sldId="257"/>
            <ac:picMk id="1034" creationId="{ECAEE3CF-7C86-519E-D00A-16EEFC2B6614}"/>
          </ac:picMkLst>
        </pc:picChg>
        <pc:picChg chg="mod">
          <ac:chgData name="Sofia Negueruela Avellaneda" userId="1355ce59-2ee3-4584-b6f2-c7e4b99958aa" providerId="ADAL" clId="{75AA7C8B-0E1E-45F8-BB8D-1CDD06E81B9F}" dt="2026-04-17T21:18:42.076" v="2468"/>
          <ac:picMkLst>
            <pc:docMk/>
            <pc:sldMk cId="1987742604" sldId="257"/>
            <ac:picMk id="2050" creationId="{514F60A3-66FB-4739-A6CE-F105CC31FF95}"/>
          </ac:picMkLst>
        </pc:picChg>
      </pc:sldChg>
      <pc:sldChg chg="addSp delSp modSp mod">
        <pc:chgData name="Sofia Negueruela Avellaneda" userId="1355ce59-2ee3-4584-b6f2-c7e4b99958aa" providerId="ADAL" clId="{75AA7C8B-0E1E-45F8-BB8D-1CDD06E81B9F}" dt="2026-04-17T21:19:28.810" v="2533" actId="14100"/>
        <pc:sldMkLst>
          <pc:docMk/>
          <pc:sldMk cId="1030600834" sldId="258"/>
        </pc:sldMkLst>
        <pc:spChg chg="mod">
          <ac:chgData name="Sofia Negueruela Avellaneda" userId="1355ce59-2ee3-4584-b6f2-c7e4b99958aa" providerId="ADAL" clId="{75AA7C8B-0E1E-45F8-BB8D-1CDD06E81B9F}" dt="2026-04-17T21:19:28.810" v="2533" actId="14100"/>
          <ac:spMkLst>
            <pc:docMk/>
            <pc:sldMk cId="1030600834" sldId="258"/>
            <ac:spMk id="2" creationId="{4B14B4BB-8D41-B024-CD71-9A851A36C83B}"/>
          </ac:spMkLst>
        </pc:spChg>
        <pc:spChg chg="add del mod">
          <ac:chgData name="Sofia Negueruela Avellaneda" userId="1355ce59-2ee3-4584-b6f2-c7e4b99958aa" providerId="ADAL" clId="{75AA7C8B-0E1E-45F8-BB8D-1CDD06E81B9F}" dt="2026-04-17T21:19:28.474" v="2531" actId="478"/>
          <ac:spMkLst>
            <pc:docMk/>
            <pc:sldMk cId="1030600834" sldId="258"/>
            <ac:spMk id="7" creationId="{1DDCEBD5-515E-C525-00A4-39F656184B2C}"/>
          </ac:spMkLst>
        </pc:spChg>
        <pc:grpChg chg="del">
          <ac:chgData name="Sofia Negueruela Avellaneda" userId="1355ce59-2ee3-4584-b6f2-c7e4b99958aa" providerId="ADAL" clId="{75AA7C8B-0E1E-45F8-BB8D-1CDD06E81B9F}" dt="2026-04-17T21:18:32.831" v="2466" actId="21"/>
          <ac:grpSpMkLst>
            <pc:docMk/>
            <pc:sldMk cId="1030600834" sldId="258"/>
            <ac:grpSpMk id="4" creationId="{219076BD-3A9F-ED8E-0424-86E085840F64}"/>
          </ac:grpSpMkLst>
        </pc:grpChg>
        <pc:graphicFrameChg chg="add del mod">
          <ac:chgData name="Sofia Negueruela Avellaneda" userId="1355ce59-2ee3-4584-b6f2-c7e4b99958aa" providerId="ADAL" clId="{75AA7C8B-0E1E-45F8-BB8D-1CDD06E81B9F}" dt="2026-04-17T21:19:28.474" v="2531" actId="478"/>
          <ac:graphicFrameMkLst>
            <pc:docMk/>
            <pc:sldMk cId="1030600834" sldId="258"/>
            <ac:graphicFrameMk id="5" creationId="{17073054-FD1A-06E0-5256-528055FCDDF9}"/>
          </ac:graphicFrameMkLst>
        </pc:graphicFrameChg>
      </pc:sldChg>
      <pc:sldChg chg="ord">
        <pc:chgData name="Sofia Negueruela Avellaneda" userId="1355ce59-2ee3-4584-b6f2-c7e4b99958aa" providerId="ADAL" clId="{75AA7C8B-0E1E-45F8-BB8D-1CDD06E81B9F}" dt="2026-04-17T16:30:19.637" v="2369"/>
        <pc:sldMkLst>
          <pc:docMk/>
          <pc:sldMk cId="425261687" sldId="259"/>
        </pc:sldMkLst>
      </pc:sldChg>
      <pc:sldChg chg="del">
        <pc:chgData name="Sofia Negueruela Avellaneda" userId="1355ce59-2ee3-4584-b6f2-c7e4b99958aa" providerId="ADAL" clId="{75AA7C8B-0E1E-45F8-BB8D-1CDD06E81B9F}" dt="2026-04-17T16:30:06.464" v="2363" actId="47"/>
        <pc:sldMkLst>
          <pc:docMk/>
          <pc:sldMk cId="3677430290" sldId="260"/>
        </pc:sldMkLst>
      </pc:sldChg>
      <pc:sldChg chg="ord">
        <pc:chgData name="Sofia Negueruela Avellaneda" userId="1355ce59-2ee3-4584-b6f2-c7e4b99958aa" providerId="ADAL" clId="{75AA7C8B-0E1E-45F8-BB8D-1CDD06E81B9F}" dt="2026-04-17T16:30:13.180" v="2367"/>
        <pc:sldMkLst>
          <pc:docMk/>
          <pc:sldMk cId="2168037090" sldId="261"/>
        </pc:sldMkLst>
      </pc:sldChg>
      <pc:sldChg chg="ord">
        <pc:chgData name="Sofia Negueruela Avellaneda" userId="1355ce59-2ee3-4584-b6f2-c7e4b99958aa" providerId="ADAL" clId="{75AA7C8B-0E1E-45F8-BB8D-1CDD06E81B9F}" dt="2026-04-17T16:30:32.732" v="2373"/>
        <pc:sldMkLst>
          <pc:docMk/>
          <pc:sldMk cId="2728812356" sldId="262"/>
        </pc:sldMkLst>
      </pc:sldChg>
      <pc:sldChg chg="del">
        <pc:chgData name="Sofia Negueruela Avellaneda" userId="1355ce59-2ee3-4584-b6f2-c7e4b99958aa" providerId="ADAL" clId="{75AA7C8B-0E1E-45F8-BB8D-1CDD06E81B9F}" dt="2026-04-17T16:30:58.922" v="2377" actId="47"/>
        <pc:sldMkLst>
          <pc:docMk/>
          <pc:sldMk cId="1040330078" sldId="266"/>
        </pc:sldMkLst>
      </pc:sldChg>
      <pc:sldChg chg="modSp new mod">
        <pc:chgData name="Sofia Negueruela Avellaneda" userId="1355ce59-2ee3-4584-b6f2-c7e4b99958aa" providerId="ADAL" clId="{75AA7C8B-0E1E-45F8-BB8D-1CDD06E81B9F}" dt="2026-04-17T16:19:41.662" v="2357" actId="20577"/>
        <pc:sldMkLst>
          <pc:docMk/>
          <pc:sldMk cId="1702550509" sldId="267"/>
        </pc:sldMkLst>
        <pc:spChg chg="mod">
          <ac:chgData name="Sofia Negueruela Avellaneda" userId="1355ce59-2ee3-4584-b6f2-c7e4b99958aa" providerId="ADAL" clId="{75AA7C8B-0E1E-45F8-BB8D-1CDD06E81B9F}" dt="2026-04-17T16:18:13.557" v="2329" actId="20577"/>
          <ac:spMkLst>
            <pc:docMk/>
            <pc:sldMk cId="1702550509" sldId="267"/>
            <ac:spMk id="2" creationId="{5BAA0753-A72B-EF0E-1B34-E817633111D7}"/>
          </ac:spMkLst>
        </pc:spChg>
        <pc:spChg chg="mod">
          <ac:chgData name="Sofia Negueruela Avellaneda" userId="1355ce59-2ee3-4584-b6f2-c7e4b99958aa" providerId="ADAL" clId="{75AA7C8B-0E1E-45F8-BB8D-1CDD06E81B9F}" dt="2026-04-17T16:19:41.662" v="2357" actId="20577"/>
          <ac:spMkLst>
            <pc:docMk/>
            <pc:sldMk cId="1702550509" sldId="267"/>
            <ac:spMk id="3" creationId="{D9638013-4CD0-0C00-ACF3-DC51DCA25D32}"/>
          </ac:spMkLst>
        </pc:spChg>
      </pc:sldChg>
      <pc:sldChg chg="modSp new mod ord">
        <pc:chgData name="Sofia Negueruela Avellaneda" userId="1355ce59-2ee3-4584-b6f2-c7e4b99958aa" providerId="ADAL" clId="{75AA7C8B-0E1E-45F8-BB8D-1CDD06E81B9F}" dt="2026-04-17T21:19:46.971" v="2590" actId="20577"/>
        <pc:sldMkLst>
          <pc:docMk/>
          <pc:sldMk cId="3983776421" sldId="268"/>
        </pc:sldMkLst>
        <pc:spChg chg="mod">
          <ac:chgData name="Sofia Negueruela Avellaneda" userId="1355ce59-2ee3-4584-b6f2-c7e4b99958aa" providerId="ADAL" clId="{75AA7C8B-0E1E-45F8-BB8D-1CDD06E81B9F}" dt="2026-04-17T21:19:46.971" v="2590" actId="20577"/>
          <ac:spMkLst>
            <pc:docMk/>
            <pc:sldMk cId="3983776421" sldId="268"/>
            <ac:spMk id="2" creationId="{86AFC2DC-0D2D-C2C1-8878-8DE5BF3A79E6}"/>
          </ac:spMkLst>
        </pc:spChg>
      </pc:sldChg>
      <pc:sldChg chg="modSp add mod">
        <pc:chgData name="Sofia Negueruela Avellaneda" userId="1355ce59-2ee3-4584-b6f2-c7e4b99958aa" providerId="ADAL" clId="{75AA7C8B-0E1E-45F8-BB8D-1CDD06E81B9F}" dt="2026-04-17T16:32:34.309" v="2465" actId="20577"/>
        <pc:sldMkLst>
          <pc:docMk/>
          <pc:sldMk cId="83607501" sldId="269"/>
        </pc:sldMkLst>
        <pc:spChg chg="mod">
          <ac:chgData name="Sofia Negueruela Avellaneda" userId="1355ce59-2ee3-4584-b6f2-c7e4b99958aa" providerId="ADAL" clId="{75AA7C8B-0E1E-45F8-BB8D-1CDD06E81B9F}" dt="2026-04-17T16:31:09.761" v="2406" actId="20577"/>
          <ac:spMkLst>
            <pc:docMk/>
            <pc:sldMk cId="83607501" sldId="269"/>
            <ac:spMk id="2" creationId="{B6186D02-DE0F-D14A-8E87-6A3FEFCA0F91}"/>
          </ac:spMkLst>
        </pc:spChg>
        <pc:spChg chg="mod">
          <ac:chgData name="Sofia Negueruela Avellaneda" userId="1355ce59-2ee3-4584-b6f2-c7e4b99958aa" providerId="ADAL" clId="{75AA7C8B-0E1E-45F8-BB8D-1CDD06E81B9F}" dt="2026-04-17T16:32:34.309" v="2465" actId="20577"/>
          <ac:spMkLst>
            <pc:docMk/>
            <pc:sldMk cId="83607501" sldId="269"/>
            <ac:spMk id="3" creationId="{6A177E3F-4651-CE0C-C942-0278E08FD0A4}"/>
          </ac:spMkLst>
        </pc:spChg>
      </pc:sldChg>
      <pc:sldChg chg="modSp add mod">
        <pc:chgData name="Sofia Negueruela Avellaneda" userId="1355ce59-2ee3-4584-b6f2-c7e4b99958aa" providerId="ADAL" clId="{75AA7C8B-0E1E-45F8-BB8D-1CDD06E81B9F}" dt="2026-04-17T16:31:05.549" v="2396" actId="20577"/>
        <pc:sldMkLst>
          <pc:docMk/>
          <pc:sldMk cId="540189340" sldId="270"/>
        </pc:sldMkLst>
        <pc:spChg chg="mod">
          <ac:chgData name="Sofia Negueruela Avellaneda" userId="1355ce59-2ee3-4584-b6f2-c7e4b99958aa" providerId="ADAL" clId="{75AA7C8B-0E1E-45F8-BB8D-1CDD06E81B9F}" dt="2026-04-17T16:31:05.549" v="2396" actId="20577"/>
          <ac:spMkLst>
            <pc:docMk/>
            <pc:sldMk cId="540189340" sldId="270"/>
            <ac:spMk id="2" creationId="{E98E98ED-E692-EEC6-40A0-9AD9A3FC76C0}"/>
          </ac:spMkLst>
        </pc:sp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11E4FE-E965-4E8F-BAD4-B17B24070E0E}" type="doc">
      <dgm:prSet loTypeId="urn:microsoft.com/office/officeart/2005/8/layout/vProcess5" loCatId="process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s-ES"/>
        </a:p>
      </dgm:t>
    </dgm:pt>
    <dgm:pt modelId="{351AEB1F-FFFC-4A02-B6D9-6A385B360DB5}">
      <dgm:prSet phldrT="[Texto]"/>
      <dgm:spPr/>
      <dgm:t>
        <a:bodyPr/>
        <a:lstStyle/>
        <a:p>
          <a:r>
            <a:rPr lang="es-ES"/>
            <a:t>Recopilación de datos</a:t>
          </a:r>
          <a:endParaRPr lang="es-ES" dirty="0"/>
        </a:p>
      </dgm:t>
    </dgm:pt>
    <dgm:pt modelId="{BD7D95E5-E058-442E-9CB2-ED356AA4E968}" type="parTrans" cxnId="{8C8905F1-5E2D-4CA1-B4B4-E8125809FA71}">
      <dgm:prSet/>
      <dgm:spPr/>
      <dgm:t>
        <a:bodyPr/>
        <a:lstStyle/>
        <a:p>
          <a:endParaRPr lang="es-ES"/>
        </a:p>
      </dgm:t>
    </dgm:pt>
    <dgm:pt modelId="{18DCB902-B0A7-4A3B-8137-DC88125B4769}" type="sibTrans" cxnId="{8C8905F1-5E2D-4CA1-B4B4-E8125809FA71}">
      <dgm:prSet/>
      <dgm:spPr/>
      <dgm:t>
        <a:bodyPr/>
        <a:lstStyle/>
        <a:p>
          <a:endParaRPr lang="es-ES"/>
        </a:p>
      </dgm:t>
    </dgm:pt>
    <dgm:pt modelId="{71232ECD-CCCA-4E79-AB2B-252C7481DE88}">
      <dgm:prSet/>
      <dgm:spPr/>
      <dgm:t>
        <a:bodyPr/>
        <a:lstStyle/>
        <a:p>
          <a:r>
            <a:rPr lang="es-ES"/>
            <a:t>Procesamiento e ingesta documental</a:t>
          </a:r>
          <a:endParaRPr lang="es-ES" dirty="0"/>
        </a:p>
      </dgm:t>
    </dgm:pt>
    <dgm:pt modelId="{76A1785D-D9B6-47BD-B0E8-F62593439647}" type="parTrans" cxnId="{99382B2B-1965-43F5-94F1-319903033BA2}">
      <dgm:prSet/>
      <dgm:spPr/>
      <dgm:t>
        <a:bodyPr/>
        <a:lstStyle/>
        <a:p>
          <a:endParaRPr lang="es-ES"/>
        </a:p>
      </dgm:t>
    </dgm:pt>
    <dgm:pt modelId="{FCA890BA-1769-4EA4-ABD5-FAA90C0D1B63}" type="sibTrans" cxnId="{99382B2B-1965-43F5-94F1-319903033BA2}">
      <dgm:prSet/>
      <dgm:spPr/>
      <dgm:t>
        <a:bodyPr/>
        <a:lstStyle/>
        <a:p>
          <a:endParaRPr lang="es-ES"/>
        </a:p>
      </dgm:t>
    </dgm:pt>
    <dgm:pt modelId="{8C0D5522-F14B-4A2E-AADB-1434B98C37EA}">
      <dgm:prSet/>
      <dgm:spPr/>
      <dgm:t>
        <a:bodyPr/>
        <a:lstStyle/>
        <a:p>
          <a:r>
            <a:rPr lang="es-ES" dirty="0"/>
            <a:t>Investigación sobre grafos de conocimiento</a:t>
          </a:r>
        </a:p>
      </dgm:t>
    </dgm:pt>
    <dgm:pt modelId="{39F7C7C6-7D3F-43D9-9833-BD86C7847DDA}" type="parTrans" cxnId="{2396B3D8-683A-4231-B4B8-5391545E48C6}">
      <dgm:prSet/>
      <dgm:spPr/>
      <dgm:t>
        <a:bodyPr/>
        <a:lstStyle/>
        <a:p>
          <a:endParaRPr lang="es-ES"/>
        </a:p>
      </dgm:t>
    </dgm:pt>
    <dgm:pt modelId="{0FE19A60-00A3-4C31-8577-5DC8A47B1172}" type="sibTrans" cxnId="{2396B3D8-683A-4231-B4B8-5391545E48C6}">
      <dgm:prSet/>
      <dgm:spPr/>
      <dgm:t>
        <a:bodyPr/>
        <a:lstStyle/>
        <a:p>
          <a:endParaRPr lang="es-ES"/>
        </a:p>
      </dgm:t>
    </dgm:pt>
    <dgm:pt modelId="{3B5A9D95-4CB6-4115-89D6-B35D97370124}">
      <dgm:prSet/>
      <dgm:spPr/>
      <dgm:t>
        <a:bodyPr/>
        <a:lstStyle/>
        <a:p>
          <a:r>
            <a:rPr lang="es-ES" dirty="0"/>
            <a:t>Investigación de la generación </a:t>
          </a:r>
          <a:r>
            <a:rPr lang="es-ES" dirty="0" err="1"/>
            <a:t>multiidioma</a:t>
          </a:r>
          <a:endParaRPr lang="es-ES" dirty="0"/>
        </a:p>
      </dgm:t>
    </dgm:pt>
    <dgm:pt modelId="{77E71043-777F-41DC-9B84-6C5D7F524C6D}" type="parTrans" cxnId="{E682F8EF-AD78-4ADC-9F50-05EC1AF806E4}">
      <dgm:prSet/>
      <dgm:spPr/>
      <dgm:t>
        <a:bodyPr/>
        <a:lstStyle/>
        <a:p>
          <a:endParaRPr lang="es-ES"/>
        </a:p>
      </dgm:t>
    </dgm:pt>
    <dgm:pt modelId="{7401C390-D405-41DE-879F-A8A17100F786}" type="sibTrans" cxnId="{E682F8EF-AD78-4ADC-9F50-05EC1AF806E4}">
      <dgm:prSet/>
      <dgm:spPr/>
      <dgm:t>
        <a:bodyPr/>
        <a:lstStyle/>
        <a:p>
          <a:endParaRPr lang="es-ES"/>
        </a:p>
      </dgm:t>
    </dgm:pt>
    <dgm:pt modelId="{88BC3E88-339A-4CC2-8A74-71D1B5231D25}">
      <dgm:prSet/>
      <dgm:spPr>
        <a:solidFill>
          <a:srgbClr val="8598A9"/>
        </a:solidFill>
      </dgm:spPr>
      <dgm:t>
        <a:bodyPr/>
        <a:lstStyle/>
        <a:p>
          <a:r>
            <a:rPr lang="es-ES"/>
            <a:t>Evaluación y benchmarking</a:t>
          </a:r>
        </a:p>
      </dgm:t>
    </dgm:pt>
    <dgm:pt modelId="{D43D7CCE-7CC3-45F1-B7DE-321C7B11A7A6}" type="parTrans" cxnId="{90B99277-8289-4E15-8D06-2A9FFA1FF4B6}">
      <dgm:prSet/>
      <dgm:spPr/>
      <dgm:t>
        <a:bodyPr/>
        <a:lstStyle/>
        <a:p>
          <a:endParaRPr lang="es-ES"/>
        </a:p>
      </dgm:t>
    </dgm:pt>
    <dgm:pt modelId="{A4EAFB55-0BEC-4301-A400-7E8F4CD3AE26}" type="sibTrans" cxnId="{90B99277-8289-4E15-8D06-2A9FFA1FF4B6}">
      <dgm:prSet/>
      <dgm:spPr/>
      <dgm:t>
        <a:bodyPr/>
        <a:lstStyle/>
        <a:p>
          <a:endParaRPr lang="es-ES"/>
        </a:p>
      </dgm:t>
    </dgm:pt>
    <dgm:pt modelId="{90834866-6D3E-4AF2-9FB4-A5436C931814}" type="pres">
      <dgm:prSet presAssocID="{E511E4FE-E965-4E8F-BAD4-B17B24070E0E}" presName="outerComposite" presStyleCnt="0">
        <dgm:presLayoutVars>
          <dgm:chMax val="5"/>
          <dgm:dir/>
          <dgm:resizeHandles val="exact"/>
        </dgm:presLayoutVars>
      </dgm:prSet>
      <dgm:spPr/>
    </dgm:pt>
    <dgm:pt modelId="{D1255910-AECF-4E82-8C93-050D0DD25F07}" type="pres">
      <dgm:prSet presAssocID="{E511E4FE-E965-4E8F-BAD4-B17B24070E0E}" presName="dummyMaxCanvas" presStyleCnt="0">
        <dgm:presLayoutVars/>
      </dgm:prSet>
      <dgm:spPr/>
    </dgm:pt>
    <dgm:pt modelId="{D138C322-D8BF-44BB-A993-EFCFFD789231}" type="pres">
      <dgm:prSet presAssocID="{E511E4FE-E965-4E8F-BAD4-B17B24070E0E}" presName="FiveNodes_1" presStyleLbl="node1" presStyleIdx="0" presStyleCnt="5">
        <dgm:presLayoutVars>
          <dgm:bulletEnabled val="1"/>
        </dgm:presLayoutVars>
      </dgm:prSet>
      <dgm:spPr/>
    </dgm:pt>
    <dgm:pt modelId="{FA7804D5-4C68-4188-9646-BB15B56E4CE1}" type="pres">
      <dgm:prSet presAssocID="{E511E4FE-E965-4E8F-BAD4-B17B24070E0E}" presName="FiveNodes_2" presStyleLbl="node1" presStyleIdx="1" presStyleCnt="5">
        <dgm:presLayoutVars>
          <dgm:bulletEnabled val="1"/>
        </dgm:presLayoutVars>
      </dgm:prSet>
      <dgm:spPr/>
    </dgm:pt>
    <dgm:pt modelId="{3277F692-5F01-4618-8D88-1D362450DCC5}" type="pres">
      <dgm:prSet presAssocID="{E511E4FE-E965-4E8F-BAD4-B17B24070E0E}" presName="FiveNodes_3" presStyleLbl="node1" presStyleIdx="2" presStyleCnt="5">
        <dgm:presLayoutVars>
          <dgm:bulletEnabled val="1"/>
        </dgm:presLayoutVars>
      </dgm:prSet>
      <dgm:spPr/>
    </dgm:pt>
    <dgm:pt modelId="{1296D7A5-42CC-42A9-9258-40C343169173}" type="pres">
      <dgm:prSet presAssocID="{E511E4FE-E965-4E8F-BAD4-B17B24070E0E}" presName="FiveNodes_4" presStyleLbl="node1" presStyleIdx="3" presStyleCnt="5">
        <dgm:presLayoutVars>
          <dgm:bulletEnabled val="1"/>
        </dgm:presLayoutVars>
      </dgm:prSet>
      <dgm:spPr/>
    </dgm:pt>
    <dgm:pt modelId="{C4CAE690-9F38-4F52-8CF6-165F88FC618D}" type="pres">
      <dgm:prSet presAssocID="{E511E4FE-E965-4E8F-BAD4-B17B24070E0E}" presName="FiveNodes_5" presStyleLbl="node1" presStyleIdx="4" presStyleCnt="5">
        <dgm:presLayoutVars>
          <dgm:bulletEnabled val="1"/>
        </dgm:presLayoutVars>
      </dgm:prSet>
      <dgm:spPr/>
    </dgm:pt>
    <dgm:pt modelId="{90B7CC94-BF9A-4EAB-AD3F-AD8AFF656B45}" type="pres">
      <dgm:prSet presAssocID="{E511E4FE-E965-4E8F-BAD4-B17B24070E0E}" presName="FiveConn_1-2" presStyleLbl="fgAccFollowNode1" presStyleIdx="0" presStyleCnt="4">
        <dgm:presLayoutVars>
          <dgm:bulletEnabled val="1"/>
        </dgm:presLayoutVars>
      </dgm:prSet>
      <dgm:spPr/>
    </dgm:pt>
    <dgm:pt modelId="{8AA54457-B260-4B00-AA3C-FBB7D925919B}" type="pres">
      <dgm:prSet presAssocID="{E511E4FE-E965-4E8F-BAD4-B17B24070E0E}" presName="FiveConn_2-3" presStyleLbl="fgAccFollowNode1" presStyleIdx="1" presStyleCnt="4">
        <dgm:presLayoutVars>
          <dgm:bulletEnabled val="1"/>
        </dgm:presLayoutVars>
      </dgm:prSet>
      <dgm:spPr/>
    </dgm:pt>
    <dgm:pt modelId="{08B99042-0B26-432C-BF5C-9948253764BC}" type="pres">
      <dgm:prSet presAssocID="{E511E4FE-E965-4E8F-BAD4-B17B24070E0E}" presName="FiveConn_3-4" presStyleLbl="fgAccFollowNode1" presStyleIdx="2" presStyleCnt="4">
        <dgm:presLayoutVars>
          <dgm:bulletEnabled val="1"/>
        </dgm:presLayoutVars>
      </dgm:prSet>
      <dgm:spPr/>
    </dgm:pt>
    <dgm:pt modelId="{BDF6AD3D-AEFD-44BA-8A80-4386566FCA7A}" type="pres">
      <dgm:prSet presAssocID="{E511E4FE-E965-4E8F-BAD4-B17B24070E0E}" presName="FiveConn_4-5" presStyleLbl="fgAccFollowNode1" presStyleIdx="3" presStyleCnt="4">
        <dgm:presLayoutVars>
          <dgm:bulletEnabled val="1"/>
        </dgm:presLayoutVars>
      </dgm:prSet>
      <dgm:spPr/>
    </dgm:pt>
    <dgm:pt modelId="{A96D11E6-3C15-4979-8317-8B0C2DCAE045}" type="pres">
      <dgm:prSet presAssocID="{E511E4FE-E965-4E8F-BAD4-B17B24070E0E}" presName="FiveNodes_1_text" presStyleLbl="node1" presStyleIdx="4" presStyleCnt="5">
        <dgm:presLayoutVars>
          <dgm:bulletEnabled val="1"/>
        </dgm:presLayoutVars>
      </dgm:prSet>
      <dgm:spPr/>
    </dgm:pt>
    <dgm:pt modelId="{ED3DA1DE-017A-4503-BBC8-9B24B3AED8A5}" type="pres">
      <dgm:prSet presAssocID="{E511E4FE-E965-4E8F-BAD4-B17B24070E0E}" presName="FiveNodes_2_text" presStyleLbl="node1" presStyleIdx="4" presStyleCnt="5">
        <dgm:presLayoutVars>
          <dgm:bulletEnabled val="1"/>
        </dgm:presLayoutVars>
      </dgm:prSet>
      <dgm:spPr/>
    </dgm:pt>
    <dgm:pt modelId="{D6409AAB-B91B-4BFE-99EE-AD3A78A18797}" type="pres">
      <dgm:prSet presAssocID="{E511E4FE-E965-4E8F-BAD4-B17B24070E0E}" presName="FiveNodes_3_text" presStyleLbl="node1" presStyleIdx="4" presStyleCnt="5">
        <dgm:presLayoutVars>
          <dgm:bulletEnabled val="1"/>
        </dgm:presLayoutVars>
      </dgm:prSet>
      <dgm:spPr/>
    </dgm:pt>
    <dgm:pt modelId="{D88DB89E-9F20-4EFF-B3D1-A381208FE5F9}" type="pres">
      <dgm:prSet presAssocID="{E511E4FE-E965-4E8F-BAD4-B17B24070E0E}" presName="FiveNodes_4_text" presStyleLbl="node1" presStyleIdx="4" presStyleCnt="5">
        <dgm:presLayoutVars>
          <dgm:bulletEnabled val="1"/>
        </dgm:presLayoutVars>
      </dgm:prSet>
      <dgm:spPr/>
    </dgm:pt>
    <dgm:pt modelId="{053260E7-70E1-426A-90FB-8C8E22EABAC9}" type="pres">
      <dgm:prSet presAssocID="{E511E4FE-E965-4E8F-BAD4-B17B24070E0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5DC4FC09-E0F5-40ED-871D-AB957D62A536}" type="presOf" srcId="{8C0D5522-F14B-4A2E-AADB-1434B98C37EA}" destId="{D6409AAB-B91B-4BFE-99EE-AD3A78A18797}" srcOrd="1" destOrd="0" presId="urn:microsoft.com/office/officeart/2005/8/layout/vProcess5"/>
    <dgm:cxn modelId="{11DD4118-262E-4D5C-9F25-E817EF6974F2}" type="presOf" srcId="{3B5A9D95-4CB6-4115-89D6-B35D97370124}" destId="{1296D7A5-42CC-42A9-9258-40C343169173}" srcOrd="0" destOrd="0" presId="urn:microsoft.com/office/officeart/2005/8/layout/vProcess5"/>
    <dgm:cxn modelId="{99382B2B-1965-43F5-94F1-319903033BA2}" srcId="{E511E4FE-E965-4E8F-BAD4-B17B24070E0E}" destId="{71232ECD-CCCA-4E79-AB2B-252C7481DE88}" srcOrd="1" destOrd="0" parTransId="{76A1785D-D9B6-47BD-B0E8-F62593439647}" sibTransId="{FCA890BA-1769-4EA4-ABD5-FAA90C0D1B63}"/>
    <dgm:cxn modelId="{6A1DED2C-A137-4EFF-8617-A87BBE53769C}" type="presOf" srcId="{71232ECD-CCCA-4E79-AB2B-252C7481DE88}" destId="{FA7804D5-4C68-4188-9646-BB15B56E4CE1}" srcOrd="0" destOrd="0" presId="urn:microsoft.com/office/officeart/2005/8/layout/vProcess5"/>
    <dgm:cxn modelId="{3118BF33-BE8D-4A3D-8FFB-48B3A57ABE83}" type="presOf" srcId="{18DCB902-B0A7-4A3B-8137-DC88125B4769}" destId="{90B7CC94-BF9A-4EAB-AD3F-AD8AFF656B45}" srcOrd="0" destOrd="0" presId="urn:microsoft.com/office/officeart/2005/8/layout/vProcess5"/>
    <dgm:cxn modelId="{1DAA0C5C-E487-4669-B4C9-4B5FA39F02F1}" type="presOf" srcId="{FCA890BA-1769-4EA4-ABD5-FAA90C0D1B63}" destId="{8AA54457-B260-4B00-AA3C-FBB7D925919B}" srcOrd="0" destOrd="0" presId="urn:microsoft.com/office/officeart/2005/8/layout/vProcess5"/>
    <dgm:cxn modelId="{356EDC62-0FDA-4959-879D-95C07964FEA8}" type="presOf" srcId="{88BC3E88-339A-4CC2-8A74-71D1B5231D25}" destId="{053260E7-70E1-426A-90FB-8C8E22EABAC9}" srcOrd="1" destOrd="0" presId="urn:microsoft.com/office/officeart/2005/8/layout/vProcess5"/>
    <dgm:cxn modelId="{32CE6A54-214A-4501-8D74-CF190CFF07B4}" type="presOf" srcId="{7401C390-D405-41DE-879F-A8A17100F786}" destId="{BDF6AD3D-AEFD-44BA-8A80-4386566FCA7A}" srcOrd="0" destOrd="0" presId="urn:microsoft.com/office/officeart/2005/8/layout/vProcess5"/>
    <dgm:cxn modelId="{90B99277-8289-4E15-8D06-2A9FFA1FF4B6}" srcId="{E511E4FE-E965-4E8F-BAD4-B17B24070E0E}" destId="{88BC3E88-339A-4CC2-8A74-71D1B5231D25}" srcOrd="4" destOrd="0" parTransId="{D43D7CCE-7CC3-45F1-B7DE-321C7B11A7A6}" sibTransId="{A4EAFB55-0BEC-4301-A400-7E8F4CD3AE26}"/>
    <dgm:cxn modelId="{21EFB589-36DC-4F5F-B8D4-90B352CFE5AD}" type="presOf" srcId="{3B5A9D95-4CB6-4115-89D6-B35D97370124}" destId="{D88DB89E-9F20-4EFF-B3D1-A381208FE5F9}" srcOrd="1" destOrd="0" presId="urn:microsoft.com/office/officeart/2005/8/layout/vProcess5"/>
    <dgm:cxn modelId="{7E6D6395-59BC-44E0-A900-FBA89E809C48}" type="presOf" srcId="{8C0D5522-F14B-4A2E-AADB-1434B98C37EA}" destId="{3277F692-5F01-4618-8D88-1D362450DCC5}" srcOrd="0" destOrd="0" presId="urn:microsoft.com/office/officeart/2005/8/layout/vProcess5"/>
    <dgm:cxn modelId="{D24C87A5-9E39-4C2E-9E6A-6C82C1D8A2DA}" type="presOf" srcId="{351AEB1F-FFFC-4A02-B6D9-6A385B360DB5}" destId="{D138C322-D8BF-44BB-A993-EFCFFD789231}" srcOrd="0" destOrd="0" presId="urn:microsoft.com/office/officeart/2005/8/layout/vProcess5"/>
    <dgm:cxn modelId="{8EB426A8-EEF7-474B-833E-2B4FC2DFA298}" type="presOf" srcId="{351AEB1F-FFFC-4A02-B6D9-6A385B360DB5}" destId="{A96D11E6-3C15-4979-8317-8B0C2DCAE045}" srcOrd="1" destOrd="0" presId="urn:microsoft.com/office/officeart/2005/8/layout/vProcess5"/>
    <dgm:cxn modelId="{FA2AA1B1-F644-4EE0-AF5B-09870FAA3BEA}" type="presOf" srcId="{E511E4FE-E965-4E8F-BAD4-B17B24070E0E}" destId="{90834866-6D3E-4AF2-9FB4-A5436C931814}" srcOrd="0" destOrd="0" presId="urn:microsoft.com/office/officeart/2005/8/layout/vProcess5"/>
    <dgm:cxn modelId="{C1D4CCC6-5658-4064-A585-2AA2020B5E13}" type="presOf" srcId="{0FE19A60-00A3-4C31-8577-5DC8A47B1172}" destId="{08B99042-0B26-432C-BF5C-9948253764BC}" srcOrd="0" destOrd="0" presId="urn:microsoft.com/office/officeart/2005/8/layout/vProcess5"/>
    <dgm:cxn modelId="{1EE588CF-4A4C-4CFF-ABBA-BD1A89A0AF54}" type="presOf" srcId="{88BC3E88-339A-4CC2-8A74-71D1B5231D25}" destId="{C4CAE690-9F38-4F52-8CF6-165F88FC618D}" srcOrd="0" destOrd="0" presId="urn:microsoft.com/office/officeart/2005/8/layout/vProcess5"/>
    <dgm:cxn modelId="{2396B3D8-683A-4231-B4B8-5391545E48C6}" srcId="{E511E4FE-E965-4E8F-BAD4-B17B24070E0E}" destId="{8C0D5522-F14B-4A2E-AADB-1434B98C37EA}" srcOrd="2" destOrd="0" parTransId="{39F7C7C6-7D3F-43D9-9833-BD86C7847DDA}" sibTransId="{0FE19A60-00A3-4C31-8577-5DC8A47B1172}"/>
    <dgm:cxn modelId="{B57D09E3-D917-4F42-ADEE-54A54CB50B02}" type="presOf" srcId="{71232ECD-CCCA-4E79-AB2B-252C7481DE88}" destId="{ED3DA1DE-017A-4503-BBC8-9B24B3AED8A5}" srcOrd="1" destOrd="0" presId="urn:microsoft.com/office/officeart/2005/8/layout/vProcess5"/>
    <dgm:cxn modelId="{E682F8EF-AD78-4ADC-9F50-05EC1AF806E4}" srcId="{E511E4FE-E965-4E8F-BAD4-B17B24070E0E}" destId="{3B5A9D95-4CB6-4115-89D6-B35D97370124}" srcOrd="3" destOrd="0" parTransId="{77E71043-777F-41DC-9B84-6C5D7F524C6D}" sibTransId="{7401C390-D405-41DE-879F-A8A17100F786}"/>
    <dgm:cxn modelId="{8C8905F1-5E2D-4CA1-B4B4-E8125809FA71}" srcId="{E511E4FE-E965-4E8F-BAD4-B17B24070E0E}" destId="{351AEB1F-FFFC-4A02-B6D9-6A385B360DB5}" srcOrd="0" destOrd="0" parTransId="{BD7D95E5-E058-442E-9CB2-ED356AA4E968}" sibTransId="{18DCB902-B0A7-4A3B-8137-DC88125B4769}"/>
    <dgm:cxn modelId="{12159798-CA15-4D12-A926-EC2CF44C6525}" type="presParOf" srcId="{90834866-6D3E-4AF2-9FB4-A5436C931814}" destId="{D1255910-AECF-4E82-8C93-050D0DD25F07}" srcOrd="0" destOrd="0" presId="urn:microsoft.com/office/officeart/2005/8/layout/vProcess5"/>
    <dgm:cxn modelId="{800771BE-C3D0-4F8F-B832-FDD7F75A3780}" type="presParOf" srcId="{90834866-6D3E-4AF2-9FB4-A5436C931814}" destId="{D138C322-D8BF-44BB-A993-EFCFFD789231}" srcOrd="1" destOrd="0" presId="urn:microsoft.com/office/officeart/2005/8/layout/vProcess5"/>
    <dgm:cxn modelId="{9FA48490-48D5-4B5D-8D91-B5B4F4192472}" type="presParOf" srcId="{90834866-6D3E-4AF2-9FB4-A5436C931814}" destId="{FA7804D5-4C68-4188-9646-BB15B56E4CE1}" srcOrd="2" destOrd="0" presId="urn:microsoft.com/office/officeart/2005/8/layout/vProcess5"/>
    <dgm:cxn modelId="{566446BB-813A-4601-89B1-3FBFD62899B0}" type="presParOf" srcId="{90834866-6D3E-4AF2-9FB4-A5436C931814}" destId="{3277F692-5F01-4618-8D88-1D362450DCC5}" srcOrd="3" destOrd="0" presId="urn:microsoft.com/office/officeart/2005/8/layout/vProcess5"/>
    <dgm:cxn modelId="{3EDF09F2-BB17-4748-992D-1546F21CFEC6}" type="presParOf" srcId="{90834866-6D3E-4AF2-9FB4-A5436C931814}" destId="{1296D7A5-42CC-42A9-9258-40C343169173}" srcOrd="4" destOrd="0" presId="urn:microsoft.com/office/officeart/2005/8/layout/vProcess5"/>
    <dgm:cxn modelId="{8D6BC871-3C7B-4482-80B5-2876A1F7AE47}" type="presParOf" srcId="{90834866-6D3E-4AF2-9FB4-A5436C931814}" destId="{C4CAE690-9F38-4F52-8CF6-165F88FC618D}" srcOrd="5" destOrd="0" presId="urn:microsoft.com/office/officeart/2005/8/layout/vProcess5"/>
    <dgm:cxn modelId="{2AB75859-EB41-4CFE-B193-EF30F546EFD9}" type="presParOf" srcId="{90834866-6D3E-4AF2-9FB4-A5436C931814}" destId="{90B7CC94-BF9A-4EAB-AD3F-AD8AFF656B45}" srcOrd="6" destOrd="0" presId="urn:microsoft.com/office/officeart/2005/8/layout/vProcess5"/>
    <dgm:cxn modelId="{7721BE47-222A-4F36-BBD3-0A6600B4AA6F}" type="presParOf" srcId="{90834866-6D3E-4AF2-9FB4-A5436C931814}" destId="{8AA54457-B260-4B00-AA3C-FBB7D925919B}" srcOrd="7" destOrd="0" presId="urn:microsoft.com/office/officeart/2005/8/layout/vProcess5"/>
    <dgm:cxn modelId="{06CA4D02-5F18-44C9-BF6A-4573E9EF2D19}" type="presParOf" srcId="{90834866-6D3E-4AF2-9FB4-A5436C931814}" destId="{08B99042-0B26-432C-BF5C-9948253764BC}" srcOrd="8" destOrd="0" presId="urn:microsoft.com/office/officeart/2005/8/layout/vProcess5"/>
    <dgm:cxn modelId="{098F0F3D-B3E4-44AB-9514-EA28355813A8}" type="presParOf" srcId="{90834866-6D3E-4AF2-9FB4-A5436C931814}" destId="{BDF6AD3D-AEFD-44BA-8A80-4386566FCA7A}" srcOrd="9" destOrd="0" presId="urn:microsoft.com/office/officeart/2005/8/layout/vProcess5"/>
    <dgm:cxn modelId="{E34A5542-DC96-42A1-BC4A-3A0B7DEA61C4}" type="presParOf" srcId="{90834866-6D3E-4AF2-9FB4-A5436C931814}" destId="{A96D11E6-3C15-4979-8317-8B0C2DCAE045}" srcOrd="10" destOrd="0" presId="urn:microsoft.com/office/officeart/2005/8/layout/vProcess5"/>
    <dgm:cxn modelId="{CAEAAB68-8260-44A3-A29C-8455C5932A36}" type="presParOf" srcId="{90834866-6D3E-4AF2-9FB4-A5436C931814}" destId="{ED3DA1DE-017A-4503-BBC8-9B24B3AED8A5}" srcOrd="11" destOrd="0" presId="urn:microsoft.com/office/officeart/2005/8/layout/vProcess5"/>
    <dgm:cxn modelId="{52B0204A-6728-424F-A2F4-56EE3DAD26ED}" type="presParOf" srcId="{90834866-6D3E-4AF2-9FB4-A5436C931814}" destId="{D6409AAB-B91B-4BFE-99EE-AD3A78A18797}" srcOrd="12" destOrd="0" presId="urn:microsoft.com/office/officeart/2005/8/layout/vProcess5"/>
    <dgm:cxn modelId="{EDAF9410-CAC7-4EAD-856B-6C013C794301}" type="presParOf" srcId="{90834866-6D3E-4AF2-9FB4-A5436C931814}" destId="{D88DB89E-9F20-4EFF-B3D1-A381208FE5F9}" srcOrd="13" destOrd="0" presId="urn:microsoft.com/office/officeart/2005/8/layout/vProcess5"/>
    <dgm:cxn modelId="{93F3B153-A2EB-4FFE-BFC2-BA2FE8A70B64}" type="presParOf" srcId="{90834866-6D3E-4AF2-9FB4-A5436C931814}" destId="{053260E7-70E1-426A-90FB-8C8E22EABAC9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C4E861-0868-47FF-BFCA-93A0A3922488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4352A6CA-5139-4EB1-B112-78D017F6D12E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 dirty="0"/>
            <a:t>Procesamiento e ingesta documental</a:t>
          </a:r>
          <a:endParaRPr lang="en-US" sz="2400" dirty="0"/>
        </a:p>
      </dgm:t>
    </dgm:pt>
    <dgm:pt modelId="{41054891-832B-4210-8C13-A4C5DB3CAF66}" type="parTrans" cxnId="{F65A6722-3AFB-48EF-9A99-F8AFCBF229D3}">
      <dgm:prSet/>
      <dgm:spPr/>
      <dgm:t>
        <a:bodyPr/>
        <a:lstStyle/>
        <a:p>
          <a:endParaRPr lang="en-US" sz="2800"/>
        </a:p>
      </dgm:t>
    </dgm:pt>
    <dgm:pt modelId="{A776357F-DDF1-4562-98F8-8B0B42A10003}" type="sibTrans" cxnId="{F65A6722-3AFB-48EF-9A99-F8AFCBF229D3}">
      <dgm:prSet/>
      <dgm:spPr/>
      <dgm:t>
        <a:bodyPr/>
        <a:lstStyle/>
        <a:p>
          <a:endParaRPr lang="en-US" sz="2800"/>
        </a:p>
      </dgm:t>
    </dgm:pt>
    <dgm:pt modelId="{38D9A974-7BA0-4DEF-9507-B2155A48B2E1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/>
            <a:t>Representación del conocimiento</a:t>
          </a:r>
          <a:endParaRPr lang="en-US" sz="2400" dirty="0"/>
        </a:p>
      </dgm:t>
    </dgm:pt>
    <dgm:pt modelId="{ED00A0C9-74FA-4BFB-84EA-30487C20F142}" type="parTrans" cxnId="{31518E10-C8F0-4ADB-B9E2-EEAC63E96767}">
      <dgm:prSet/>
      <dgm:spPr/>
      <dgm:t>
        <a:bodyPr/>
        <a:lstStyle/>
        <a:p>
          <a:endParaRPr lang="en-US" sz="2800"/>
        </a:p>
      </dgm:t>
    </dgm:pt>
    <dgm:pt modelId="{769661A2-4087-48AF-9923-4CDA3B7816F2}" type="sibTrans" cxnId="{31518E10-C8F0-4ADB-B9E2-EEAC63E96767}">
      <dgm:prSet/>
      <dgm:spPr/>
      <dgm:t>
        <a:bodyPr/>
        <a:lstStyle/>
        <a:p>
          <a:endParaRPr lang="en-US" sz="2800"/>
        </a:p>
      </dgm:t>
    </dgm:pt>
    <dgm:pt modelId="{C2B509AA-4389-4F64-A5BE-26AC677292B9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400" dirty="0"/>
            <a:t>Estrategias experimentales</a:t>
          </a:r>
          <a:endParaRPr lang="en-US" sz="2400" dirty="0"/>
        </a:p>
      </dgm:t>
    </dgm:pt>
    <dgm:pt modelId="{EAF27205-A741-4F49-9B1C-E30C54131061}" type="sibTrans" cxnId="{DEACED4F-37F4-4DB6-A3D9-148C62EAC31E}">
      <dgm:prSet/>
      <dgm:spPr/>
      <dgm:t>
        <a:bodyPr/>
        <a:lstStyle/>
        <a:p>
          <a:endParaRPr lang="en-US" sz="2800"/>
        </a:p>
      </dgm:t>
    </dgm:pt>
    <dgm:pt modelId="{DAE2D792-A9B0-49A9-B322-AF27492F8A62}" type="parTrans" cxnId="{DEACED4F-37F4-4DB6-A3D9-148C62EAC31E}">
      <dgm:prSet/>
      <dgm:spPr/>
      <dgm:t>
        <a:bodyPr/>
        <a:lstStyle/>
        <a:p>
          <a:endParaRPr lang="en-US" sz="2800"/>
        </a:p>
      </dgm:t>
    </dgm:pt>
    <dgm:pt modelId="{ED9BB023-5A6C-4A95-9385-8E098C67B870}" type="pres">
      <dgm:prSet presAssocID="{6FC4E861-0868-47FF-BFCA-93A0A3922488}" presName="root" presStyleCnt="0">
        <dgm:presLayoutVars>
          <dgm:dir/>
          <dgm:resizeHandles val="exact"/>
        </dgm:presLayoutVars>
      </dgm:prSet>
      <dgm:spPr/>
    </dgm:pt>
    <dgm:pt modelId="{7F2AA2AF-BD60-4D14-92F5-B18C5EF1E2FD}" type="pres">
      <dgm:prSet presAssocID="{4352A6CA-5139-4EB1-B112-78D017F6D12E}" presName="compNode" presStyleCnt="0"/>
      <dgm:spPr/>
    </dgm:pt>
    <dgm:pt modelId="{DD365984-2AD5-4E3F-A8FA-3D2F2EBDE109}" type="pres">
      <dgm:prSet presAssocID="{4352A6CA-5139-4EB1-B112-78D017F6D12E}" presName="iconBgRect" presStyleLbl="bgShp" presStyleIdx="0" presStyleCnt="3"/>
      <dgm:spPr>
        <a:solidFill>
          <a:srgbClr val="E7E8E9"/>
        </a:solidFill>
      </dgm:spPr>
    </dgm:pt>
    <dgm:pt modelId="{82FB9B85-4ED6-4128-9654-0B081E2D6600}" type="pres">
      <dgm:prSet presAssocID="{4352A6CA-5139-4EB1-B112-78D017F6D12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2FF6E9B1-96D4-41C2-A794-BB17C3C44C02}" type="pres">
      <dgm:prSet presAssocID="{4352A6CA-5139-4EB1-B112-78D017F6D12E}" presName="spaceRect" presStyleCnt="0"/>
      <dgm:spPr/>
    </dgm:pt>
    <dgm:pt modelId="{DE581EE1-EE5F-4809-A080-E00273BC6AF8}" type="pres">
      <dgm:prSet presAssocID="{4352A6CA-5139-4EB1-B112-78D017F6D12E}" presName="textRect" presStyleLbl="revTx" presStyleIdx="0" presStyleCnt="3">
        <dgm:presLayoutVars>
          <dgm:chMax val="1"/>
          <dgm:chPref val="1"/>
        </dgm:presLayoutVars>
      </dgm:prSet>
      <dgm:spPr/>
    </dgm:pt>
    <dgm:pt modelId="{0560F99B-AB12-48EA-9901-4DBA2C44A01E}" type="pres">
      <dgm:prSet presAssocID="{A776357F-DDF1-4562-98F8-8B0B42A10003}" presName="sibTrans" presStyleCnt="0"/>
      <dgm:spPr/>
    </dgm:pt>
    <dgm:pt modelId="{FCE91B87-69D2-4B30-9612-C46184D2F645}" type="pres">
      <dgm:prSet presAssocID="{38D9A974-7BA0-4DEF-9507-B2155A48B2E1}" presName="compNode" presStyleCnt="0"/>
      <dgm:spPr/>
    </dgm:pt>
    <dgm:pt modelId="{1220C838-E784-4DA3-9273-0B76679392BD}" type="pres">
      <dgm:prSet presAssocID="{38D9A974-7BA0-4DEF-9507-B2155A48B2E1}" presName="iconBgRect" presStyleLbl="bgShp" presStyleIdx="1" presStyleCnt="3"/>
      <dgm:spPr>
        <a:solidFill>
          <a:srgbClr val="E7E8E9"/>
        </a:solidFill>
      </dgm:spPr>
    </dgm:pt>
    <dgm:pt modelId="{33CA0072-5D85-4C2D-B8D7-8FF03FEEEE56}" type="pres">
      <dgm:prSet presAssocID="{38D9A974-7BA0-4DEF-9507-B2155A48B2E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DA4F87EE-0AAB-4D70-B045-9D6FC4E82AE5}" type="pres">
      <dgm:prSet presAssocID="{38D9A974-7BA0-4DEF-9507-B2155A48B2E1}" presName="spaceRect" presStyleCnt="0"/>
      <dgm:spPr/>
    </dgm:pt>
    <dgm:pt modelId="{67F868FC-6A9E-4AC8-8F97-849B789B1334}" type="pres">
      <dgm:prSet presAssocID="{38D9A974-7BA0-4DEF-9507-B2155A48B2E1}" presName="textRect" presStyleLbl="revTx" presStyleIdx="1" presStyleCnt="3">
        <dgm:presLayoutVars>
          <dgm:chMax val="1"/>
          <dgm:chPref val="1"/>
        </dgm:presLayoutVars>
      </dgm:prSet>
      <dgm:spPr/>
    </dgm:pt>
    <dgm:pt modelId="{15CE007F-AC3D-498F-AE5B-6BF08159EE64}" type="pres">
      <dgm:prSet presAssocID="{769661A2-4087-48AF-9923-4CDA3B7816F2}" presName="sibTrans" presStyleCnt="0"/>
      <dgm:spPr/>
    </dgm:pt>
    <dgm:pt modelId="{C40E5717-A10B-4270-80E1-B369BC66D561}" type="pres">
      <dgm:prSet presAssocID="{C2B509AA-4389-4F64-A5BE-26AC677292B9}" presName="compNode" presStyleCnt="0"/>
      <dgm:spPr/>
    </dgm:pt>
    <dgm:pt modelId="{C76CD1A8-3DDA-4987-94EF-AA23A7E91872}" type="pres">
      <dgm:prSet presAssocID="{C2B509AA-4389-4F64-A5BE-26AC677292B9}" presName="iconBgRect" presStyleLbl="bgShp" presStyleIdx="2" presStyleCnt="3"/>
      <dgm:spPr>
        <a:solidFill>
          <a:srgbClr val="E7E8E9"/>
        </a:solidFill>
      </dgm:spPr>
    </dgm:pt>
    <dgm:pt modelId="{33CD03E7-11AA-490F-B72B-876FA37F7EF2}" type="pres">
      <dgm:prSet presAssocID="{C2B509AA-4389-4F64-A5BE-26AC677292B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C6B8777-DF33-416A-8B56-B1CC15172D5A}" type="pres">
      <dgm:prSet presAssocID="{C2B509AA-4389-4F64-A5BE-26AC677292B9}" presName="spaceRect" presStyleCnt="0"/>
      <dgm:spPr/>
    </dgm:pt>
    <dgm:pt modelId="{6449CBB3-612D-47FF-B051-D920A777D74F}" type="pres">
      <dgm:prSet presAssocID="{C2B509AA-4389-4F64-A5BE-26AC677292B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1518E10-C8F0-4ADB-B9E2-EEAC63E96767}" srcId="{6FC4E861-0868-47FF-BFCA-93A0A3922488}" destId="{38D9A974-7BA0-4DEF-9507-B2155A48B2E1}" srcOrd="1" destOrd="0" parTransId="{ED00A0C9-74FA-4BFB-84EA-30487C20F142}" sibTransId="{769661A2-4087-48AF-9923-4CDA3B7816F2}"/>
    <dgm:cxn modelId="{F65A6722-3AFB-48EF-9A99-F8AFCBF229D3}" srcId="{6FC4E861-0868-47FF-BFCA-93A0A3922488}" destId="{4352A6CA-5139-4EB1-B112-78D017F6D12E}" srcOrd="0" destOrd="0" parTransId="{41054891-832B-4210-8C13-A4C5DB3CAF66}" sibTransId="{A776357F-DDF1-4562-98F8-8B0B42A10003}"/>
    <dgm:cxn modelId="{4AAF1A44-17C0-47AD-B908-F882A6D4208E}" type="presOf" srcId="{38D9A974-7BA0-4DEF-9507-B2155A48B2E1}" destId="{67F868FC-6A9E-4AC8-8F97-849B789B1334}" srcOrd="0" destOrd="0" presId="urn:microsoft.com/office/officeart/2018/5/layout/IconCircleLabelList"/>
    <dgm:cxn modelId="{DEACED4F-37F4-4DB6-A3D9-148C62EAC31E}" srcId="{6FC4E861-0868-47FF-BFCA-93A0A3922488}" destId="{C2B509AA-4389-4F64-A5BE-26AC677292B9}" srcOrd="2" destOrd="0" parTransId="{DAE2D792-A9B0-49A9-B322-AF27492F8A62}" sibTransId="{EAF27205-A741-4F49-9B1C-E30C54131061}"/>
    <dgm:cxn modelId="{E989D3CC-1F4F-4470-9CB4-53452E23DD02}" type="presOf" srcId="{C2B509AA-4389-4F64-A5BE-26AC677292B9}" destId="{6449CBB3-612D-47FF-B051-D920A777D74F}" srcOrd="0" destOrd="0" presId="urn:microsoft.com/office/officeart/2018/5/layout/IconCircleLabelList"/>
    <dgm:cxn modelId="{806A8FDD-DDD6-48B7-99F1-0931554CAB48}" type="presOf" srcId="{4352A6CA-5139-4EB1-B112-78D017F6D12E}" destId="{DE581EE1-EE5F-4809-A080-E00273BC6AF8}" srcOrd="0" destOrd="0" presId="urn:microsoft.com/office/officeart/2018/5/layout/IconCircleLabelList"/>
    <dgm:cxn modelId="{E9A8DCE7-C67E-4FB7-A75C-A20DC8156137}" type="presOf" srcId="{6FC4E861-0868-47FF-BFCA-93A0A3922488}" destId="{ED9BB023-5A6C-4A95-9385-8E098C67B870}" srcOrd="0" destOrd="0" presId="urn:microsoft.com/office/officeart/2018/5/layout/IconCircleLabelList"/>
    <dgm:cxn modelId="{9BBC6719-B09E-4CB0-91DA-24CCE6A25559}" type="presParOf" srcId="{ED9BB023-5A6C-4A95-9385-8E098C67B870}" destId="{7F2AA2AF-BD60-4D14-92F5-B18C5EF1E2FD}" srcOrd="0" destOrd="0" presId="urn:microsoft.com/office/officeart/2018/5/layout/IconCircleLabelList"/>
    <dgm:cxn modelId="{BFE39EF5-AE1F-4E7A-A40D-08DE98C686AB}" type="presParOf" srcId="{7F2AA2AF-BD60-4D14-92F5-B18C5EF1E2FD}" destId="{DD365984-2AD5-4E3F-A8FA-3D2F2EBDE109}" srcOrd="0" destOrd="0" presId="urn:microsoft.com/office/officeart/2018/5/layout/IconCircleLabelList"/>
    <dgm:cxn modelId="{67E02405-856E-4934-829A-47E6974BFBF1}" type="presParOf" srcId="{7F2AA2AF-BD60-4D14-92F5-B18C5EF1E2FD}" destId="{82FB9B85-4ED6-4128-9654-0B081E2D6600}" srcOrd="1" destOrd="0" presId="urn:microsoft.com/office/officeart/2018/5/layout/IconCircleLabelList"/>
    <dgm:cxn modelId="{877BFEFF-109D-48D0-A93B-8D9A11E37915}" type="presParOf" srcId="{7F2AA2AF-BD60-4D14-92F5-B18C5EF1E2FD}" destId="{2FF6E9B1-96D4-41C2-A794-BB17C3C44C02}" srcOrd="2" destOrd="0" presId="urn:microsoft.com/office/officeart/2018/5/layout/IconCircleLabelList"/>
    <dgm:cxn modelId="{C46335A9-CA43-4457-AEDD-A52C817F1AAE}" type="presParOf" srcId="{7F2AA2AF-BD60-4D14-92F5-B18C5EF1E2FD}" destId="{DE581EE1-EE5F-4809-A080-E00273BC6AF8}" srcOrd="3" destOrd="0" presId="urn:microsoft.com/office/officeart/2018/5/layout/IconCircleLabelList"/>
    <dgm:cxn modelId="{D2B198D5-CEC1-471B-B98D-320F06A61519}" type="presParOf" srcId="{ED9BB023-5A6C-4A95-9385-8E098C67B870}" destId="{0560F99B-AB12-48EA-9901-4DBA2C44A01E}" srcOrd="1" destOrd="0" presId="urn:microsoft.com/office/officeart/2018/5/layout/IconCircleLabelList"/>
    <dgm:cxn modelId="{756B1377-5BBB-4035-92AE-4D355947DE13}" type="presParOf" srcId="{ED9BB023-5A6C-4A95-9385-8E098C67B870}" destId="{FCE91B87-69D2-4B30-9612-C46184D2F645}" srcOrd="2" destOrd="0" presId="urn:microsoft.com/office/officeart/2018/5/layout/IconCircleLabelList"/>
    <dgm:cxn modelId="{E662642E-58F0-4BB3-B2B5-2D2B155811EA}" type="presParOf" srcId="{FCE91B87-69D2-4B30-9612-C46184D2F645}" destId="{1220C838-E784-4DA3-9273-0B76679392BD}" srcOrd="0" destOrd="0" presId="urn:microsoft.com/office/officeart/2018/5/layout/IconCircleLabelList"/>
    <dgm:cxn modelId="{9576445F-BD4E-4F33-BF58-7BDDBCC04102}" type="presParOf" srcId="{FCE91B87-69D2-4B30-9612-C46184D2F645}" destId="{33CA0072-5D85-4C2D-B8D7-8FF03FEEEE56}" srcOrd="1" destOrd="0" presId="urn:microsoft.com/office/officeart/2018/5/layout/IconCircleLabelList"/>
    <dgm:cxn modelId="{9EFDE591-0653-4B8A-9B48-B66DD7197BCF}" type="presParOf" srcId="{FCE91B87-69D2-4B30-9612-C46184D2F645}" destId="{DA4F87EE-0AAB-4D70-B045-9D6FC4E82AE5}" srcOrd="2" destOrd="0" presId="urn:microsoft.com/office/officeart/2018/5/layout/IconCircleLabelList"/>
    <dgm:cxn modelId="{0901081C-73A3-455B-890E-70837BC81FDB}" type="presParOf" srcId="{FCE91B87-69D2-4B30-9612-C46184D2F645}" destId="{67F868FC-6A9E-4AC8-8F97-849B789B1334}" srcOrd="3" destOrd="0" presId="urn:microsoft.com/office/officeart/2018/5/layout/IconCircleLabelList"/>
    <dgm:cxn modelId="{5571F9D7-13F7-402E-909C-C54F946DE013}" type="presParOf" srcId="{ED9BB023-5A6C-4A95-9385-8E098C67B870}" destId="{15CE007F-AC3D-498F-AE5B-6BF08159EE64}" srcOrd="3" destOrd="0" presId="urn:microsoft.com/office/officeart/2018/5/layout/IconCircleLabelList"/>
    <dgm:cxn modelId="{2CC14232-7582-4E6A-95F0-2055573A5BDE}" type="presParOf" srcId="{ED9BB023-5A6C-4A95-9385-8E098C67B870}" destId="{C40E5717-A10B-4270-80E1-B369BC66D561}" srcOrd="4" destOrd="0" presId="urn:microsoft.com/office/officeart/2018/5/layout/IconCircleLabelList"/>
    <dgm:cxn modelId="{28934C35-5B03-457B-BA3C-D214DF7E03F2}" type="presParOf" srcId="{C40E5717-A10B-4270-80E1-B369BC66D561}" destId="{C76CD1A8-3DDA-4987-94EF-AA23A7E91872}" srcOrd="0" destOrd="0" presId="urn:microsoft.com/office/officeart/2018/5/layout/IconCircleLabelList"/>
    <dgm:cxn modelId="{0B503DE5-E62B-4505-8B6E-075667D393DF}" type="presParOf" srcId="{C40E5717-A10B-4270-80E1-B369BC66D561}" destId="{33CD03E7-11AA-490F-B72B-876FA37F7EF2}" srcOrd="1" destOrd="0" presId="urn:microsoft.com/office/officeart/2018/5/layout/IconCircleLabelList"/>
    <dgm:cxn modelId="{19C676BE-4F36-4B57-860F-8C3F10066965}" type="presParOf" srcId="{C40E5717-A10B-4270-80E1-B369BC66D561}" destId="{AC6B8777-DF33-416A-8B56-B1CC15172D5A}" srcOrd="2" destOrd="0" presId="urn:microsoft.com/office/officeart/2018/5/layout/IconCircleLabelList"/>
    <dgm:cxn modelId="{40F46275-0351-4535-93EC-357C3E90371C}" type="presParOf" srcId="{C40E5717-A10B-4270-80E1-B369BC66D561}" destId="{6449CBB3-612D-47FF-B051-D920A777D74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D299B-1CBA-4A27-92AD-8DCF1B29591C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FEA03CC-5337-4D9A-83B7-D6AFB414A8CA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 err="1"/>
            <a:t>CV’s</a:t>
          </a:r>
          <a:endParaRPr lang="en-US" sz="2800" dirty="0"/>
        </a:p>
      </dgm:t>
    </dgm:pt>
    <dgm:pt modelId="{FB4AEF5F-34C9-4508-BDC7-A8DA140D828B}" type="parTrans" cxnId="{C2EAAEB1-AD99-4394-8A8B-799B7634C081}">
      <dgm:prSet/>
      <dgm:spPr/>
      <dgm:t>
        <a:bodyPr/>
        <a:lstStyle/>
        <a:p>
          <a:endParaRPr lang="en-US" sz="3600"/>
        </a:p>
      </dgm:t>
    </dgm:pt>
    <dgm:pt modelId="{4E3F5B4A-20B3-4AD9-A46F-131FE1E493A7}" type="sibTrans" cxnId="{C2EAAEB1-AD99-4394-8A8B-799B7634C081}">
      <dgm:prSet/>
      <dgm:spPr/>
      <dgm:t>
        <a:bodyPr/>
        <a:lstStyle/>
        <a:p>
          <a:endParaRPr lang="en-US" sz="2400"/>
        </a:p>
      </dgm:t>
    </dgm:pt>
    <dgm:pt modelId="{CC000874-6FD5-4D52-AFA7-D28320D8B787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/>
            <a:t>Legislación europea</a:t>
          </a:r>
          <a:endParaRPr lang="en-US" sz="2800" dirty="0"/>
        </a:p>
      </dgm:t>
    </dgm:pt>
    <dgm:pt modelId="{CF14881E-D721-484F-BE11-F16E93CF7458}" type="parTrans" cxnId="{E238AE3B-7FF3-4173-A36D-F55ACE2F5D9B}">
      <dgm:prSet/>
      <dgm:spPr/>
      <dgm:t>
        <a:bodyPr/>
        <a:lstStyle/>
        <a:p>
          <a:endParaRPr lang="en-US" sz="3600"/>
        </a:p>
      </dgm:t>
    </dgm:pt>
    <dgm:pt modelId="{2C644BB8-20B8-4CB9-A21B-2FCCBF42C962}" type="sibTrans" cxnId="{E238AE3B-7FF3-4173-A36D-F55ACE2F5D9B}">
      <dgm:prSet/>
      <dgm:spPr/>
      <dgm:t>
        <a:bodyPr/>
        <a:lstStyle/>
        <a:p>
          <a:endParaRPr lang="en-US" sz="2400"/>
        </a:p>
      </dgm:t>
    </dgm:pt>
    <dgm:pt modelId="{9A01159B-6942-48E5-AEC6-7CD42C931007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sz="2800" dirty="0"/>
            <a:t>Wikipedia</a:t>
          </a:r>
          <a:endParaRPr lang="en-US" sz="2800" dirty="0"/>
        </a:p>
      </dgm:t>
    </dgm:pt>
    <dgm:pt modelId="{1718B582-637D-40A4-B7F1-5DE5393DCDB7}" type="parTrans" cxnId="{E21362E6-17EB-4D17-999F-2F231C8073FA}">
      <dgm:prSet/>
      <dgm:spPr/>
      <dgm:t>
        <a:bodyPr/>
        <a:lstStyle/>
        <a:p>
          <a:endParaRPr lang="en-US" sz="3600"/>
        </a:p>
      </dgm:t>
    </dgm:pt>
    <dgm:pt modelId="{AEF07F89-D69A-4D5D-A10D-FA00E1885ABA}" type="sibTrans" cxnId="{E21362E6-17EB-4D17-999F-2F231C8073FA}">
      <dgm:prSet/>
      <dgm:spPr/>
      <dgm:t>
        <a:bodyPr/>
        <a:lstStyle/>
        <a:p>
          <a:endParaRPr lang="en-US" sz="2400"/>
        </a:p>
      </dgm:t>
    </dgm:pt>
    <dgm:pt modelId="{4A183B2D-5CB3-4593-880B-589875987426}" type="pres">
      <dgm:prSet presAssocID="{150D299B-1CBA-4A27-92AD-8DCF1B29591C}" presName="root" presStyleCnt="0">
        <dgm:presLayoutVars>
          <dgm:dir/>
          <dgm:resizeHandles val="exact"/>
        </dgm:presLayoutVars>
      </dgm:prSet>
      <dgm:spPr/>
    </dgm:pt>
    <dgm:pt modelId="{D898BF5A-1042-4F67-BCA3-1119FC224F7F}" type="pres">
      <dgm:prSet presAssocID="{2FEA03CC-5337-4D9A-83B7-D6AFB414A8CA}" presName="compNode" presStyleCnt="0"/>
      <dgm:spPr/>
    </dgm:pt>
    <dgm:pt modelId="{D721BBE5-87F6-460C-A6D3-49EB40B0C567}" type="pres">
      <dgm:prSet presAssocID="{2FEA03CC-5337-4D9A-83B7-D6AFB414A8CA}" presName="iconBgRect" presStyleLbl="bgShp" presStyleIdx="0" presStyleCnt="3"/>
      <dgm:spPr>
        <a:solidFill>
          <a:srgbClr val="E7E8E9"/>
        </a:solidFill>
      </dgm:spPr>
    </dgm:pt>
    <dgm:pt modelId="{F8597A2B-F40F-43AE-B2DF-E4FF20F67A48}" type="pres">
      <dgm:prSet presAssocID="{2FEA03CC-5337-4D9A-83B7-D6AFB414A8C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DF4336A2-9485-43A4-9F66-81366B96E9DE}" type="pres">
      <dgm:prSet presAssocID="{2FEA03CC-5337-4D9A-83B7-D6AFB414A8CA}" presName="spaceRect" presStyleCnt="0"/>
      <dgm:spPr/>
    </dgm:pt>
    <dgm:pt modelId="{CB8D8D94-03C1-4455-994E-3FBC10718DBE}" type="pres">
      <dgm:prSet presAssocID="{2FEA03CC-5337-4D9A-83B7-D6AFB414A8CA}" presName="textRect" presStyleLbl="revTx" presStyleIdx="0" presStyleCnt="3">
        <dgm:presLayoutVars>
          <dgm:chMax val="1"/>
          <dgm:chPref val="1"/>
        </dgm:presLayoutVars>
      </dgm:prSet>
      <dgm:spPr/>
    </dgm:pt>
    <dgm:pt modelId="{65E45350-37D3-46AA-B8BA-A61DD4BC86A1}" type="pres">
      <dgm:prSet presAssocID="{4E3F5B4A-20B3-4AD9-A46F-131FE1E493A7}" presName="sibTrans" presStyleCnt="0"/>
      <dgm:spPr/>
    </dgm:pt>
    <dgm:pt modelId="{06FC655E-25F6-4D4D-B35C-7E29299AE528}" type="pres">
      <dgm:prSet presAssocID="{CC000874-6FD5-4D52-AFA7-D28320D8B787}" presName="compNode" presStyleCnt="0"/>
      <dgm:spPr/>
    </dgm:pt>
    <dgm:pt modelId="{FA31EB97-A652-4D84-AB80-E16B00798E1B}" type="pres">
      <dgm:prSet presAssocID="{CC000874-6FD5-4D52-AFA7-D28320D8B787}" presName="iconBgRect" presStyleLbl="bgShp" presStyleIdx="1" presStyleCnt="3"/>
      <dgm:spPr>
        <a:solidFill>
          <a:srgbClr val="E7E8E9"/>
        </a:solidFill>
      </dgm:spPr>
    </dgm:pt>
    <dgm:pt modelId="{76214AA4-A3C8-4E9C-B83B-260F76690132}" type="pres">
      <dgm:prSet presAssocID="{CC000874-6FD5-4D52-AFA7-D28320D8B78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47229221-7B01-4A7E-A75C-C455A75D8B1A}" type="pres">
      <dgm:prSet presAssocID="{CC000874-6FD5-4D52-AFA7-D28320D8B787}" presName="spaceRect" presStyleCnt="0"/>
      <dgm:spPr/>
    </dgm:pt>
    <dgm:pt modelId="{374ADF86-7B75-4904-8843-3BFDCD2B663A}" type="pres">
      <dgm:prSet presAssocID="{CC000874-6FD5-4D52-AFA7-D28320D8B787}" presName="textRect" presStyleLbl="revTx" presStyleIdx="1" presStyleCnt="3">
        <dgm:presLayoutVars>
          <dgm:chMax val="1"/>
          <dgm:chPref val="1"/>
        </dgm:presLayoutVars>
      </dgm:prSet>
      <dgm:spPr/>
    </dgm:pt>
    <dgm:pt modelId="{27194346-E37F-4F42-A7A3-BA15F54A92A8}" type="pres">
      <dgm:prSet presAssocID="{2C644BB8-20B8-4CB9-A21B-2FCCBF42C962}" presName="sibTrans" presStyleCnt="0"/>
      <dgm:spPr/>
    </dgm:pt>
    <dgm:pt modelId="{04B88315-CC90-40E8-B5D4-D31E2512496C}" type="pres">
      <dgm:prSet presAssocID="{9A01159B-6942-48E5-AEC6-7CD42C931007}" presName="compNode" presStyleCnt="0"/>
      <dgm:spPr/>
    </dgm:pt>
    <dgm:pt modelId="{4A812C4F-6BE1-41F7-A432-4134909872F5}" type="pres">
      <dgm:prSet presAssocID="{9A01159B-6942-48E5-AEC6-7CD42C931007}" presName="iconBgRect" presStyleLbl="bgShp" presStyleIdx="2" presStyleCnt="3"/>
      <dgm:spPr>
        <a:solidFill>
          <a:srgbClr val="E7E8E9"/>
        </a:solidFill>
      </dgm:spPr>
    </dgm:pt>
    <dgm:pt modelId="{2F3659BB-8657-4E15-AB26-F748DBF12F5C}" type="pres">
      <dgm:prSet presAssocID="{9A01159B-6942-48E5-AEC6-7CD42C9310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bros"/>
        </a:ext>
      </dgm:extLst>
    </dgm:pt>
    <dgm:pt modelId="{D3037164-1666-4823-9CC1-537FB7473AD5}" type="pres">
      <dgm:prSet presAssocID="{9A01159B-6942-48E5-AEC6-7CD42C931007}" presName="spaceRect" presStyleCnt="0"/>
      <dgm:spPr/>
    </dgm:pt>
    <dgm:pt modelId="{8FB77A23-DD64-461C-83E4-7F3057B55F79}" type="pres">
      <dgm:prSet presAssocID="{9A01159B-6942-48E5-AEC6-7CD42C9310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0F93924-1A28-40E2-9FE7-B3B119F3253A}" type="presOf" srcId="{150D299B-1CBA-4A27-92AD-8DCF1B29591C}" destId="{4A183B2D-5CB3-4593-880B-589875987426}" srcOrd="0" destOrd="0" presId="urn:microsoft.com/office/officeart/2018/5/layout/IconCircleLabelList"/>
    <dgm:cxn modelId="{E238AE3B-7FF3-4173-A36D-F55ACE2F5D9B}" srcId="{150D299B-1CBA-4A27-92AD-8DCF1B29591C}" destId="{CC000874-6FD5-4D52-AFA7-D28320D8B787}" srcOrd="1" destOrd="0" parTransId="{CF14881E-D721-484F-BE11-F16E93CF7458}" sibTransId="{2C644BB8-20B8-4CB9-A21B-2FCCBF42C962}"/>
    <dgm:cxn modelId="{3CA04D3C-BBF0-4EDC-B12D-E970D4D76518}" type="presOf" srcId="{9A01159B-6942-48E5-AEC6-7CD42C931007}" destId="{8FB77A23-DD64-461C-83E4-7F3057B55F79}" srcOrd="0" destOrd="0" presId="urn:microsoft.com/office/officeart/2018/5/layout/IconCircleLabelList"/>
    <dgm:cxn modelId="{57D5443F-D08F-48D2-9E81-270EA6A0E282}" type="presOf" srcId="{2FEA03CC-5337-4D9A-83B7-D6AFB414A8CA}" destId="{CB8D8D94-03C1-4455-994E-3FBC10718DBE}" srcOrd="0" destOrd="0" presId="urn:microsoft.com/office/officeart/2018/5/layout/IconCircleLabelList"/>
    <dgm:cxn modelId="{D046978A-837B-4F66-AA02-34FE264C0A98}" type="presOf" srcId="{CC000874-6FD5-4D52-AFA7-D28320D8B787}" destId="{374ADF86-7B75-4904-8843-3BFDCD2B663A}" srcOrd="0" destOrd="0" presId="urn:microsoft.com/office/officeart/2018/5/layout/IconCircleLabelList"/>
    <dgm:cxn modelId="{C2EAAEB1-AD99-4394-8A8B-799B7634C081}" srcId="{150D299B-1CBA-4A27-92AD-8DCF1B29591C}" destId="{2FEA03CC-5337-4D9A-83B7-D6AFB414A8CA}" srcOrd="0" destOrd="0" parTransId="{FB4AEF5F-34C9-4508-BDC7-A8DA140D828B}" sibTransId="{4E3F5B4A-20B3-4AD9-A46F-131FE1E493A7}"/>
    <dgm:cxn modelId="{E21362E6-17EB-4D17-999F-2F231C8073FA}" srcId="{150D299B-1CBA-4A27-92AD-8DCF1B29591C}" destId="{9A01159B-6942-48E5-AEC6-7CD42C931007}" srcOrd="2" destOrd="0" parTransId="{1718B582-637D-40A4-B7F1-5DE5393DCDB7}" sibTransId="{AEF07F89-D69A-4D5D-A10D-FA00E1885ABA}"/>
    <dgm:cxn modelId="{C1CE64DC-9708-4A4D-A15A-D34ED7D58C1F}" type="presParOf" srcId="{4A183B2D-5CB3-4593-880B-589875987426}" destId="{D898BF5A-1042-4F67-BCA3-1119FC224F7F}" srcOrd="0" destOrd="0" presId="urn:microsoft.com/office/officeart/2018/5/layout/IconCircleLabelList"/>
    <dgm:cxn modelId="{C6EEAD45-37DB-4123-AD04-AB51B13098E4}" type="presParOf" srcId="{D898BF5A-1042-4F67-BCA3-1119FC224F7F}" destId="{D721BBE5-87F6-460C-A6D3-49EB40B0C567}" srcOrd="0" destOrd="0" presId="urn:microsoft.com/office/officeart/2018/5/layout/IconCircleLabelList"/>
    <dgm:cxn modelId="{A3D9DDDB-7CDA-46B5-ABE3-DF8659C21F3B}" type="presParOf" srcId="{D898BF5A-1042-4F67-BCA3-1119FC224F7F}" destId="{F8597A2B-F40F-43AE-B2DF-E4FF20F67A48}" srcOrd="1" destOrd="0" presId="urn:microsoft.com/office/officeart/2018/5/layout/IconCircleLabelList"/>
    <dgm:cxn modelId="{C7AA2271-B85C-4CA7-9F51-F5F25BED2451}" type="presParOf" srcId="{D898BF5A-1042-4F67-BCA3-1119FC224F7F}" destId="{DF4336A2-9485-43A4-9F66-81366B96E9DE}" srcOrd="2" destOrd="0" presId="urn:microsoft.com/office/officeart/2018/5/layout/IconCircleLabelList"/>
    <dgm:cxn modelId="{9B5A75D0-C34B-44D2-A564-5F5DBE8C6253}" type="presParOf" srcId="{D898BF5A-1042-4F67-BCA3-1119FC224F7F}" destId="{CB8D8D94-03C1-4455-994E-3FBC10718DBE}" srcOrd="3" destOrd="0" presId="urn:microsoft.com/office/officeart/2018/5/layout/IconCircleLabelList"/>
    <dgm:cxn modelId="{8431ECD6-CEF0-4408-9198-CC9CFC6DC2FB}" type="presParOf" srcId="{4A183B2D-5CB3-4593-880B-589875987426}" destId="{65E45350-37D3-46AA-B8BA-A61DD4BC86A1}" srcOrd="1" destOrd="0" presId="urn:microsoft.com/office/officeart/2018/5/layout/IconCircleLabelList"/>
    <dgm:cxn modelId="{F5B60EAC-BED6-4EEB-A14B-E28C80F4984E}" type="presParOf" srcId="{4A183B2D-5CB3-4593-880B-589875987426}" destId="{06FC655E-25F6-4D4D-B35C-7E29299AE528}" srcOrd="2" destOrd="0" presId="urn:microsoft.com/office/officeart/2018/5/layout/IconCircleLabelList"/>
    <dgm:cxn modelId="{B8202A35-210D-4823-A6B3-3B5C274EDFA1}" type="presParOf" srcId="{06FC655E-25F6-4D4D-B35C-7E29299AE528}" destId="{FA31EB97-A652-4D84-AB80-E16B00798E1B}" srcOrd="0" destOrd="0" presId="urn:microsoft.com/office/officeart/2018/5/layout/IconCircleLabelList"/>
    <dgm:cxn modelId="{202518A9-410B-4D22-B50E-B545E577AE06}" type="presParOf" srcId="{06FC655E-25F6-4D4D-B35C-7E29299AE528}" destId="{76214AA4-A3C8-4E9C-B83B-260F76690132}" srcOrd="1" destOrd="0" presId="urn:microsoft.com/office/officeart/2018/5/layout/IconCircleLabelList"/>
    <dgm:cxn modelId="{D23BDD05-52D6-4CA4-80EA-C5EACC786475}" type="presParOf" srcId="{06FC655E-25F6-4D4D-B35C-7E29299AE528}" destId="{47229221-7B01-4A7E-A75C-C455A75D8B1A}" srcOrd="2" destOrd="0" presId="urn:microsoft.com/office/officeart/2018/5/layout/IconCircleLabelList"/>
    <dgm:cxn modelId="{4FD24C46-8B3D-4CB3-8349-F09CA0B9FB45}" type="presParOf" srcId="{06FC655E-25F6-4D4D-B35C-7E29299AE528}" destId="{374ADF86-7B75-4904-8843-3BFDCD2B663A}" srcOrd="3" destOrd="0" presId="urn:microsoft.com/office/officeart/2018/5/layout/IconCircleLabelList"/>
    <dgm:cxn modelId="{6D4624C7-7F9A-4C6B-BAAC-9E66EA1404EE}" type="presParOf" srcId="{4A183B2D-5CB3-4593-880B-589875987426}" destId="{27194346-E37F-4F42-A7A3-BA15F54A92A8}" srcOrd="3" destOrd="0" presId="urn:microsoft.com/office/officeart/2018/5/layout/IconCircleLabelList"/>
    <dgm:cxn modelId="{7EB12B4C-251C-47EC-A27E-34A72F4D6C37}" type="presParOf" srcId="{4A183B2D-5CB3-4593-880B-589875987426}" destId="{04B88315-CC90-40E8-B5D4-D31E2512496C}" srcOrd="4" destOrd="0" presId="urn:microsoft.com/office/officeart/2018/5/layout/IconCircleLabelList"/>
    <dgm:cxn modelId="{1B3D8424-61CB-4026-80CC-1B96D9B4D220}" type="presParOf" srcId="{04B88315-CC90-40E8-B5D4-D31E2512496C}" destId="{4A812C4F-6BE1-41F7-A432-4134909872F5}" srcOrd="0" destOrd="0" presId="urn:microsoft.com/office/officeart/2018/5/layout/IconCircleLabelList"/>
    <dgm:cxn modelId="{D5B92090-F31F-4E96-9CE2-0DC7FC0B395F}" type="presParOf" srcId="{04B88315-CC90-40E8-B5D4-D31E2512496C}" destId="{2F3659BB-8657-4E15-AB26-F748DBF12F5C}" srcOrd="1" destOrd="0" presId="urn:microsoft.com/office/officeart/2018/5/layout/IconCircleLabelList"/>
    <dgm:cxn modelId="{A4AC2D5C-1764-4642-AA34-4E1DEFEBF472}" type="presParOf" srcId="{04B88315-CC90-40E8-B5D4-D31E2512496C}" destId="{D3037164-1666-4823-9CC1-537FB7473AD5}" srcOrd="2" destOrd="0" presId="urn:microsoft.com/office/officeart/2018/5/layout/IconCircleLabelList"/>
    <dgm:cxn modelId="{15998EBC-A533-4CB7-8824-377475ACEA4A}" type="presParOf" srcId="{04B88315-CC90-40E8-B5D4-D31E2512496C}" destId="{8FB77A23-DD64-461C-83E4-7F3057B55F7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38C322-D8BF-44BB-A993-EFCFFD789231}">
      <dsp:nvSpPr>
        <dsp:cNvPr id="0" name=""/>
        <dsp:cNvSpPr/>
      </dsp:nvSpPr>
      <dsp:spPr>
        <a:xfrm>
          <a:off x="0" y="0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/>
            <a:t>Recopilación de datos</a:t>
          </a:r>
          <a:endParaRPr lang="es-ES" sz="2800" kern="1200" dirty="0"/>
        </a:p>
      </dsp:txBody>
      <dsp:txXfrm>
        <a:off x="22940" y="22940"/>
        <a:ext cx="7160195" cy="737360"/>
      </dsp:txXfrm>
    </dsp:sp>
    <dsp:sp modelId="{FA7804D5-4C68-4188-9646-BB15B56E4CE1}">
      <dsp:nvSpPr>
        <dsp:cNvPr id="0" name=""/>
        <dsp:cNvSpPr/>
      </dsp:nvSpPr>
      <dsp:spPr>
        <a:xfrm>
          <a:off x="604647" y="892024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136400"/>
            <a:satOff val="-14223"/>
            <a:lumOff val="955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/>
            <a:t>Procesamiento e ingesta documental</a:t>
          </a:r>
          <a:endParaRPr lang="es-ES" sz="2800" kern="1200" dirty="0"/>
        </a:p>
      </dsp:txBody>
      <dsp:txXfrm>
        <a:off x="627587" y="914964"/>
        <a:ext cx="6937378" cy="737360"/>
      </dsp:txXfrm>
    </dsp:sp>
    <dsp:sp modelId="{3277F692-5F01-4618-8D88-1D362450DCC5}">
      <dsp:nvSpPr>
        <dsp:cNvPr id="0" name=""/>
        <dsp:cNvSpPr/>
      </dsp:nvSpPr>
      <dsp:spPr>
        <a:xfrm>
          <a:off x="1209293" y="1784048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272799"/>
            <a:satOff val="-28446"/>
            <a:lumOff val="1911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 dirty="0"/>
            <a:t>Investigación sobre grafos de conocimiento</a:t>
          </a:r>
        </a:p>
      </dsp:txBody>
      <dsp:txXfrm>
        <a:off x="1232233" y="1806988"/>
        <a:ext cx="6937378" cy="737360"/>
      </dsp:txXfrm>
    </dsp:sp>
    <dsp:sp modelId="{1296D7A5-42CC-42A9-9258-40C343169173}">
      <dsp:nvSpPr>
        <dsp:cNvPr id="0" name=""/>
        <dsp:cNvSpPr/>
      </dsp:nvSpPr>
      <dsp:spPr>
        <a:xfrm>
          <a:off x="1813940" y="2676072"/>
          <a:ext cx="8097012" cy="783240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409199"/>
            <a:satOff val="-42669"/>
            <a:lumOff val="2866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 dirty="0"/>
            <a:t>Investigación de la generación </a:t>
          </a:r>
          <a:r>
            <a:rPr lang="es-ES" sz="2800" kern="1200" dirty="0" err="1"/>
            <a:t>multiidioma</a:t>
          </a:r>
          <a:endParaRPr lang="es-ES" sz="2800" kern="1200" dirty="0"/>
        </a:p>
      </dsp:txBody>
      <dsp:txXfrm>
        <a:off x="1836880" y="2699012"/>
        <a:ext cx="6937378" cy="737360"/>
      </dsp:txXfrm>
    </dsp:sp>
    <dsp:sp modelId="{C4CAE690-9F38-4F52-8CF6-165F88FC618D}">
      <dsp:nvSpPr>
        <dsp:cNvPr id="0" name=""/>
        <dsp:cNvSpPr/>
      </dsp:nvSpPr>
      <dsp:spPr>
        <a:xfrm>
          <a:off x="2418587" y="3568097"/>
          <a:ext cx="8097012" cy="783240"/>
        </a:xfrm>
        <a:prstGeom prst="roundRect">
          <a:avLst>
            <a:gd name="adj" fmla="val 10000"/>
          </a:avLst>
        </a:prstGeom>
        <a:solidFill>
          <a:srgbClr val="8598A9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800" kern="1200"/>
            <a:t>Evaluación y benchmarking</a:t>
          </a:r>
        </a:p>
      </dsp:txBody>
      <dsp:txXfrm>
        <a:off x="2441527" y="3591037"/>
        <a:ext cx="6937378" cy="737360"/>
      </dsp:txXfrm>
    </dsp:sp>
    <dsp:sp modelId="{90B7CC94-BF9A-4EAB-AD3F-AD8AFF656B45}">
      <dsp:nvSpPr>
        <dsp:cNvPr id="0" name=""/>
        <dsp:cNvSpPr/>
      </dsp:nvSpPr>
      <dsp:spPr>
        <a:xfrm>
          <a:off x="7587905" y="572200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7702454" y="572200"/>
        <a:ext cx="280008" cy="383102"/>
      </dsp:txXfrm>
    </dsp:sp>
    <dsp:sp modelId="{8AA54457-B260-4B00-AA3C-FBB7D925919B}">
      <dsp:nvSpPr>
        <dsp:cNvPr id="0" name=""/>
        <dsp:cNvSpPr/>
      </dsp:nvSpPr>
      <dsp:spPr>
        <a:xfrm>
          <a:off x="8192552" y="1464225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8307101" y="1464225"/>
        <a:ext cx="280008" cy="383102"/>
      </dsp:txXfrm>
    </dsp:sp>
    <dsp:sp modelId="{08B99042-0B26-432C-BF5C-9948253764BC}">
      <dsp:nvSpPr>
        <dsp:cNvPr id="0" name=""/>
        <dsp:cNvSpPr/>
      </dsp:nvSpPr>
      <dsp:spPr>
        <a:xfrm>
          <a:off x="8797199" y="2343195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8911748" y="2343195"/>
        <a:ext cx="280008" cy="383102"/>
      </dsp:txXfrm>
    </dsp:sp>
    <dsp:sp modelId="{BDF6AD3D-AEFD-44BA-8A80-4386566FCA7A}">
      <dsp:nvSpPr>
        <dsp:cNvPr id="0" name=""/>
        <dsp:cNvSpPr/>
      </dsp:nvSpPr>
      <dsp:spPr>
        <a:xfrm>
          <a:off x="9401846" y="3243922"/>
          <a:ext cx="509106" cy="509106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300" kern="1200"/>
        </a:p>
      </dsp:txBody>
      <dsp:txXfrm>
        <a:off x="9516395" y="3243922"/>
        <a:ext cx="280008" cy="3831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365984-2AD5-4E3F-A8FA-3D2F2EBDE109}">
      <dsp:nvSpPr>
        <dsp:cNvPr id="0" name=""/>
        <dsp:cNvSpPr/>
      </dsp:nvSpPr>
      <dsp:spPr>
        <a:xfrm>
          <a:off x="674338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FB9B85-4ED6-4128-9654-0B081E2D6600}">
      <dsp:nvSpPr>
        <dsp:cNvPr id="0" name=""/>
        <dsp:cNvSpPr/>
      </dsp:nvSpPr>
      <dsp:spPr>
        <a:xfrm>
          <a:off x="1113088" y="802652"/>
          <a:ext cx="1181250" cy="11812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581EE1-EE5F-4809-A080-E00273BC6AF8}">
      <dsp:nvSpPr>
        <dsp:cNvPr id="0" name=""/>
        <dsp:cNvSpPr/>
      </dsp:nvSpPr>
      <dsp:spPr>
        <a:xfrm>
          <a:off x="16213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Procesamiento e ingesta documental</a:t>
          </a:r>
          <a:endParaRPr lang="en-US" sz="2400" kern="1200" dirty="0"/>
        </a:p>
      </dsp:txBody>
      <dsp:txXfrm>
        <a:off x="16213" y="3063902"/>
        <a:ext cx="3375000" cy="765000"/>
      </dsp:txXfrm>
    </dsp:sp>
    <dsp:sp modelId="{1220C838-E784-4DA3-9273-0B76679392BD}">
      <dsp:nvSpPr>
        <dsp:cNvPr id="0" name=""/>
        <dsp:cNvSpPr/>
      </dsp:nvSpPr>
      <dsp:spPr>
        <a:xfrm>
          <a:off x="4639964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A0072-5D85-4C2D-B8D7-8FF03FEEEE56}">
      <dsp:nvSpPr>
        <dsp:cNvPr id="0" name=""/>
        <dsp:cNvSpPr/>
      </dsp:nvSpPr>
      <dsp:spPr>
        <a:xfrm>
          <a:off x="5078714" y="802652"/>
          <a:ext cx="1181250" cy="11812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F868FC-6A9E-4AC8-8F97-849B789B1334}">
      <dsp:nvSpPr>
        <dsp:cNvPr id="0" name=""/>
        <dsp:cNvSpPr/>
      </dsp:nvSpPr>
      <dsp:spPr>
        <a:xfrm>
          <a:off x="3981839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/>
            <a:t>Representación del conocimiento</a:t>
          </a:r>
          <a:endParaRPr lang="en-US" sz="2400" kern="1200" dirty="0"/>
        </a:p>
      </dsp:txBody>
      <dsp:txXfrm>
        <a:off x="3981839" y="3063902"/>
        <a:ext cx="3375000" cy="765000"/>
      </dsp:txXfrm>
    </dsp:sp>
    <dsp:sp modelId="{C76CD1A8-3DDA-4987-94EF-AA23A7E91872}">
      <dsp:nvSpPr>
        <dsp:cNvPr id="0" name=""/>
        <dsp:cNvSpPr/>
      </dsp:nvSpPr>
      <dsp:spPr>
        <a:xfrm>
          <a:off x="8605589" y="363902"/>
          <a:ext cx="2058750" cy="2058750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D03E7-11AA-490F-B72B-876FA37F7EF2}">
      <dsp:nvSpPr>
        <dsp:cNvPr id="0" name=""/>
        <dsp:cNvSpPr/>
      </dsp:nvSpPr>
      <dsp:spPr>
        <a:xfrm>
          <a:off x="9044339" y="802652"/>
          <a:ext cx="1181250" cy="11812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49CBB3-612D-47FF-B051-D920A777D74F}">
      <dsp:nvSpPr>
        <dsp:cNvPr id="0" name=""/>
        <dsp:cNvSpPr/>
      </dsp:nvSpPr>
      <dsp:spPr>
        <a:xfrm>
          <a:off x="7947464" y="3063902"/>
          <a:ext cx="3375000" cy="76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400" kern="1200" dirty="0"/>
            <a:t>Estrategias experimentales</a:t>
          </a:r>
          <a:endParaRPr lang="en-US" sz="2400" kern="1200" dirty="0"/>
        </a:p>
      </dsp:txBody>
      <dsp:txXfrm>
        <a:off x="7947464" y="3063902"/>
        <a:ext cx="3375000" cy="765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21BBE5-87F6-460C-A6D3-49EB40B0C567}">
      <dsp:nvSpPr>
        <dsp:cNvPr id="0" name=""/>
        <dsp:cNvSpPr/>
      </dsp:nvSpPr>
      <dsp:spPr>
        <a:xfrm>
          <a:off x="718664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597A2B-F40F-43AE-B2DF-E4FF20F67A48}">
      <dsp:nvSpPr>
        <dsp:cNvPr id="0" name=""/>
        <dsp:cNvSpPr/>
      </dsp:nvSpPr>
      <dsp:spPr>
        <a:xfrm>
          <a:off x="1135476" y="54026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8D8D94-03C1-4455-994E-3FBC10718DBE}">
      <dsp:nvSpPr>
        <dsp:cNvPr id="0" name=""/>
        <dsp:cNvSpPr/>
      </dsp:nvSpPr>
      <dsp:spPr>
        <a:xfrm>
          <a:off x="93445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 err="1"/>
            <a:t>CV’s</a:t>
          </a:r>
          <a:endParaRPr lang="en-US" sz="2800" kern="1200" dirty="0"/>
        </a:p>
      </dsp:txBody>
      <dsp:txXfrm>
        <a:off x="93445" y="2688452"/>
        <a:ext cx="3206250" cy="877500"/>
      </dsp:txXfrm>
    </dsp:sp>
    <dsp:sp modelId="{FA31EB97-A652-4D84-AB80-E16B00798E1B}">
      <dsp:nvSpPr>
        <dsp:cNvPr id="0" name=""/>
        <dsp:cNvSpPr/>
      </dsp:nvSpPr>
      <dsp:spPr>
        <a:xfrm>
          <a:off x="4486008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214AA4-A3C8-4E9C-B83B-260F76690132}">
      <dsp:nvSpPr>
        <dsp:cNvPr id="0" name=""/>
        <dsp:cNvSpPr/>
      </dsp:nvSpPr>
      <dsp:spPr>
        <a:xfrm>
          <a:off x="4902820" y="54026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4ADF86-7B75-4904-8843-3BFDCD2B663A}">
      <dsp:nvSpPr>
        <dsp:cNvPr id="0" name=""/>
        <dsp:cNvSpPr/>
      </dsp:nvSpPr>
      <dsp:spPr>
        <a:xfrm>
          <a:off x="3860789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/>
            <a:t>Legislación europea</a:t>
          </a:r>
          <a:endParaRPr lang="en-US" sz="2800" kern="1200" dirty="0"/>
        </a:p>
      </dsp:txBody>
      <dsp:txXfrm>
        <a:off x="3860789" y="2688452"/>
        <a:ext cx="3206250" cy="877500"/>
      </dsp:txXfrm>
    </dsp:sp>
    <dsp:sp modelId="{4A812C4F-6BE1-41F7-A432-4134909872F5}">
      <dsp:nvSpPr>
        <dsp:cNvPr id="0" name=""/>
        <dsp:cNvSpPr/>
      </dsp:nvSpPr>
      <dsp:spPr>
        <a:xfrm>
          <a:off x="8253352" y="123452"/>
          <a:ext cx="1955812" cy="1955812"/>
        </a:xfrm>
        <a:prstGeom prst="ellipse">
          <a:avLst/>
        </a:prstGeom>
        <a:solidFill>
          <a:srgbClr val="E7E8E9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3659BB-8657-4E15-AB26-F748DBF12F5C}">
      <dsp:nvSpPr>
        <dsp:cNvPr id="0" name=""/>
        <dsp:cNvSpPr/>
      </dsp:nvSpPr>
      <dsp:spPr>
        <a:xfrm>
          <a:off x="8670164" y="54026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B77A23-DD64-461C-83E4-7F3057B55F79}">
      <dsp:nvSpPr>
        <dsp:cNvPr id="0" name=""/>
        <dsp:cNvSpPr/>
      </dsp:nvSpPr>
      <dsp:spPr>
        <a:xfrm>
          <a:off x="7628133" y="2688452"/>
          <a:ext cx="3206250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800" kern="1200" dirty="0"/>
            <a:t>Wikipedia</a:t>
          </a:r>
          <a:endParaRPr lang="en-US" sz="2800" kern="1200" dirty="0"/>
        </a:p>
      </dsp:txBody>
      <dsp:txXfrm>
        <a:off x="7628133" y="2688452"/>
        <a:ext cx="3206250" cy="877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DA3B7-DF4B-4512-9353-21E7A8669511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779901-12C0-4769-AE20-E86B9F61769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8602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186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Recopilación de datos</a:t>
            </a:r>
          </a:p>
          <a:p>
            <a:r>
              <a:rPr lang="es-ES" dirty="0"/>
              <a:t>Procesamiento e ingesta documental</a:t>
            </a:r>
          </a:p>
          <a:p>
            <a:r>
              <a:rPr lang="es-ES" dirty="0"/>
              <a:t>Indexación vectorial</a:t>
            </a:r>
          </a:p>
          <a:p>
            <a:r>
              <a:rPr lang="es-ES" dirty="0"/>
              <a:t>Grafos de conocimiento</a:t>
            </a:r>
          </a:p>
          <a:p>
            <a:r>
              <a:rPr lang="es-ES" dirty="0"/>
              <a:t>Generación </a:t>
            </a:r>
            <a:r>
              <a:rPr lang="es-ES" dirty="0" err="1"/>
              <a:t>multiidioma</a:t>
            </a:r>
            <a:endParaRPr lang="es-ES" dirty="0"/>
          </a:p>
          <a:p>
            <a:r>
              <a:rPr lang="es-ES" dirty="0"/>
              <a:t>Evaluación y benchmarking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5194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22235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8529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Un sistema RAG es aquel que combina modelos de lenguaje (</a:t>
            </a:r>
            <a:r>
              <a:rPr lang="es-ES" dirty="0" err="1"/>
              <a:t>LLMs</a:t>
            </a:r>
            <a:r>
              <a:rPr lang="es-ES" dirty="0"/>
              <a:t>) con fuentes de conocimiento específicas. </a:t>
            </a:r>
          </a:p>
          <a:p>
            <a:endParaRPr lang="es-ES" dirty="0"/>
          </a:p>
          <a:p>
            <a:endParaRPr lang="es-ES" dirty="0"/>
          </a:p>
          <a:p>
            <a:r>
              <a:rPr lang="es-ES" dirty="0"/>
              <a:t>No tiene sentido implementar el sistema full open </a:t>
            </a:r>
            <a:r>
              <a:rPr lang="es-ES" dirty="0" err="1"/>
              <a:t>source</a:t>
            </a:r>
            <a:r>
              <a:rPr lang="es-ES" dirty="0"/>
              <a:t> cuando ya existen soluciones muy potentes </a:t>
            </a:r>
            <a:r>
              <a:rPr lang="es-ES" u="none" dirty="0"/>
              <a:t>y así el proyecto es en un entorno similar a producción y a lo que se puede encontrar en la vida real. También tiene más </a:t>
            </a:r>
            <a:r>
              <a:rPr lang="es-ES" u="none"/>
              <a:t>valor empresarial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63287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/>
              <a:t>Integración de diversas fuentes de conocimiento (documentación inconexa)</a:t>
            </a:r>
          </a:p>
          <a:p>
            <a:pPr marL="171450" indent="-171450">
              <a:buFontTx/>
              <a:buChar char="-"/>
            </a:pPr>
            <a:r>
              <a:rPr lang="es-ES" dirty="0"/>
              <a:t>Combinar texto + grafos de conocimiento</a:t>
            </a:r>
          </a:p>
          <a:p>
            <a:pPr marL="171450" indent="-171450">
              <a:buFontTx/>
              <a:buChar char="-"/>
            </a:pPr>
            <a:r>
              <a:rPr lang="es-ES" dirty="0"/>
              <a:t>Consultas enumerativas (recuperar un conjunto limitado de </a:t>
            </a:r>
            <a:r>
              <a:rPr lang="es-ES" dirty="0" err="1"/>
              <a:t>chunks</a:t>
            </a:r>
            <a:r>
              <a:rPr lang="es-ES" dirty="0"/>
              <a:t> suele derivar en respuestas inconexas)</a:t>
            </a:r>
          </a:p>
          <a:p>
            <a:pPr marL="0" indent="0">
              <a:buFontTx/>
              <a:buNone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779901-12C0-4769-AE20-E86B9F617692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753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22B3A9-4244-C66D-F256-56A96E853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468BD3-0075-DDA6-9512-BD3CB3AA4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959025-C91F-C9A7-F323-05AF6AFF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7F1EA1-29C1-358B-5351-7B1AD3A8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F02B2A8-AB31-FDDB-82C1-C7C203F46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32199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71F0F-E9FD-055A-53AC-84E3A10BE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CAB9B2-41A0-E7ED-84E3-57296130D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C1319C-DF03-6D1C-4448-B6D35FDFA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278443-04B5-DDA6-6A60-E1EE46C1C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D0B86D-DE92-00F2-A22C-91F36D9F8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3837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049-D789-EC70-4187-9F21B263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288483-66A3-D6A0-8F1C-3E2C0749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F34B58-43BF-E99D-C0E4-8EB4B4545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BF0BED-3827-4E7D-6890-D24267A3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420608-3543-8815-8BA0-96C75BC60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338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FCB3CA-F909-E3A0-C4F5-52D12C5A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4EE17F-77D3-ED50-1D2E-9FB1439C2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7B6804-1AB5-B3DA-B905-36CEE7612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B62E2D-AD60-B8CB-B600-D26EE8174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C14868-165E-C7BC-8B36-4A125F99C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2FE84B3-625F-A839-0958-77752CE35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2474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0BDA6-2F60-3618-471F-5D106B3CD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6986FC-0BC9-5963-8D29-440FA2DC9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B98A0C-7D79-7B2E-15AF-3DBFDA627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D7B4363-A532-8399-864D-D4A62AE95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4C03C35-4B77-FDF6-B139-F06296307E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E407CAA-D361-BBFB-A029-28E182C65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2A950C8-78CF-6075-E7A9-D7667E544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6D209F4-1804-C0BA-E8C3-4080805D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5574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EEB8EA-52AB-6D6E-AF67-0265E8456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F40B64B-D19B-8264-3384-9D930FFBF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28A51AB-B8C2-E727-2F24-AAF3C94A1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7D53D55-CDC5-03B4-E784-3D0536486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4624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00F3146-9460-F996-A256-2019A6A90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FBD0FE0-081C-4C9D-8DC0-BA48E56E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6F93A9-E030-50F6-248F-CE3207CC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3724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3B15B-623D-0EE1-090A-1BE7DC3F3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0A30EA-966C-8AE9-9041-2AA4AE559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DEFA58-20B1-80B1-CBBF-9B7A51D033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2DE3E1-27C4-3FBD-BEC4-AFCC57AD9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7D7D89A-CD85-A308-69AF-3947C3519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F66B759-8DEB-1B7D-1CCD-A8522AD95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997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A6567-B976-8603-C182-9D1E86A7D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CFD9446-7AB9-7DC7-7AE4-F987CDE92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13F4520-3DC6-862E-2801-B5E19D135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879B24-1948-B54B-A314-22578C33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2945E4D-7577-F341-8ACD-73DBABF42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08F270E-1E4E-A09B-ADDE-8E6CD29D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0314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F0E53A-D324-68CC-EF48-15593B024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A2A314-057A-AD99-C2C6-F31001EE2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A02DF2-0BD4-C0B4-2C95-40542E1E8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12C29E-3D88-5D06-75E0-BD6070EA0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5241FB-B974-ADDA-1FE7-BA849DAAF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7233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EB41E2-C88E-7488-BAD6-BAD1051361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E03C137-0824-F4EC-C880-C8E568CF7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4D7B481-5550-2CD5-AA5A-88210A0B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E6E8C5-BFE3-624F-EBF1-054985FB9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92E354-FD61-B410-4691-614FD455B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0844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0B8FD55-A476-1524-23F9-888773FA4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AF6BE2-0CD6-FF82-3196-3E4987BE1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6B671A-EFE0-7B4B-D828-5EE4152F06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38AF1-FF45-4AF1-AEA9-0AA3EBC94766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800AC0-E78E-59E0-4FF8-A5AF4EDCA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C78712-2718-9195-89DA-011E444FE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625F66-E82C-41AA-85A8-A50155738B7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583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222ADF-5EA2-1F1E-7A57-3D0409420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es-ES" sz="4800">
                <a:solidFill>
                  <a:srgbClr val="FFFFFF"/>
                </a:solidFill>
              </a:rPr>
              <a:t>Desarrollo sistema RAG</a:t>
            </a:r>
          </a:p>
        </p:txBody>
      </p:sp>
      <p:sp>
        <p:nvSpPr>
          <p:cNvPr id="45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57164F-BC27-5F0D-3C21-6DECCB699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s-ES" dirty="0">
                <a:solidFill>
                  <a:srgbClr val="FFFFFF"/>
                </a:solidFill>
              </a:rPr>
              <a:t>Autor: Sofía Negueruela Avellaneda</a:t>
            </a:r>
          </a:p>
          <a:p>
            <a:pPr algn="l"/>
            <a:r>
              <a:rPr lang="es-ES" dirty="0">
                <a:solidFill>
                  <a:srgbClr val="FFFFFF"/>
                </a:solidFill>
              </a:rPr>
              <a:t>Director: Nicolás Pérez Beltrán</a:t>
            </a:r>
          </a:p>
        </p:txBody>
      </p:sp>
    </p:spTree>
    <p:extLst>
      <p:ext uri="{BB962C8B-B14F-4D97-AF65-F5344CB8AC3E}">
        <p14:creationId xmlns:p14="http://schemas.microsoft.com/office/powerpoint/2010/main" val="29251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66AD63-0932-AD98-022F-899963987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ES" dirty="0"/>
              <a:t>Metodología de trabajo</a:t>
            </a:r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66D59420-5E69-5A4D-F5AA-9E440A37E19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8534598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6803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AA0753-A72B-EF0E-1B34-E81763311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638013-4CD0-0C00-ACF3-DC51DCA25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Procesamiento </a:t>
            </a:r>
            <a:r>
              <a:rPr lang="es-ES" dirty="0" err="1"/>
              <a:t>Multiidioma</a:t>
            </a:r>
            <a:r>
              <a:rPr lang="es-ES" dirty="0"/>
              <a:t> de Documentos</a:t>
            </a:r>
          </a:p>
          <a:p>
            <a:r>
              <a:rPr lang="da-DK" dirty="0"/>
              <a:t>Sistema de Embeddings Open Source</a:t>
            </a:r>
          </a:p>
          <a:p>
            <a:r>
              <a:rPr lang="es-ES" dirty="0"/>
              <a:t>Recuperación Avanzada y Representación del Conocimiento</a:t>
            </a:r>
          </a:p>
          <a:p>
            <a:r>
              <a:rPr lang="es-ES" dirty="0"/>
              <a:t>Sistema de </a:t>
            </a:r>
            <a:r>
              <a:rPr lang="es-ES" dirty="0" err="1"/>
              <a:t>Keywords</a:t>
            </a:r>
            <a:r>
              <a:rPr lang="es-ES" dirty="0"/>
              <a:t> y Metadatos</a:t>
            </a:r>
          </a:p>
          <a:p>
            <a:r>
              <a:rPr lang="es-ES" dirty="0"/>
              <a:t>Generación con </a:t>
            </a:r>
            <a:r>
              <a:rPr lang="es-ES" dirty="0" err="1"/>
              <a:t>LLMs</a:t>
            </a:r>
            <a:r>
              <a:rPr lang="es-ES" dirty="0"/>
              <a:t> Open </a:t>
            </a:r>
            <a:r>
              <a:rPr lang="es-ES" dirty="0" err="1"/>
              <a:t>Source</a:t>
            </a:r>
            <a:endParaRPr lang="es-ES" dirty="0"/>
          </a:p>
          <a:p>
            <a:r>
              <a:rPr lang="es-ES" dirty="0"/>
              <a:t>Evaluación y Benchmarking</a:t>
            </a:r>
          </a:p>
          <a:p>
            <a:r>
              <a:rPr lang="es-ES" dirty="0"/>
              <a:t>Estrategias Experimentales de </a:t>
            </a:r>
            <a:r>
              <a:rPr lang="es-ES" dirty="0" err="1"/>
              <a:t>Recuperaci´on</a:t>
            </a:r>
            <a:r>
              <a:rPr lang="es-ES" dirty="0"/>
              <a:t> y </a:t>
            </a:r>
            <a:r>
              <a:rPr lang="es-ES" dirty="0" err="1"/>
              <a:t>Generaci´on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0255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3F92D-8555-03AD-3A5E-90E4BB6D8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ES" sz="4000">
                <a:solidFill>
                  <a:srgbClr val="FFFFFF"/>
                </a:solidFill>
              </a:rPr>
              <a:t>Objetivos del proyecto</a:t>
            </a:r>
          </a:p>
        </p:txBody>
      </p:sp>
      <p:graphicFrame>
        <p:nvGraphicFramePr>
          <p:cNvPr id="12" name="Marcador de contenido 2">
            <a:extLst>
              <a:ext uri="{FF2B5EF4-FFF2-40B4-BE49-F238E27FC236}">
                <a16:creationId xmlns:a16="http://schemas.microsoft.com/office/drawing/2014/main" id="{5C1E40B6-843E-2169-5EAB-28868D106B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1010919"/>
              </p:ext>
            </p:extLst>
          </p:nvPr>
        </p:nvGraphicFramePr>
        <p:xfrm>
          <a:off x="644056" y="2112579"/>
          <a:ext cx="11338678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5261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4" name="Rectangle 1073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8" name="Rectangle 107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0" name="Rectangle 107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2" name="Rectangle 108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716728-8814-D95A-CB01-2FB8A139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¿</a:t>
            </a:r>
            <a:r>
              <a:rPr lang="en-US" sz="4000" dirty="0" err="1">
                <a:solidFill>
                  <a:srgbClr val="FFFFFF"/>
                </a:solidFill>
              </a:rPr>
              <a:t>Qué</a:t>
            </a:r>
            <a:r>
              <a:rPr lang="en-US" sz="4000">
                <a:solidFill>
                  <a:srgbClr val="FFFFFF"/>
                </a:solidFill>
              </a:rPr>
              <a:t> es un </a:t>
            </a:r>
            <a:r>
              <a:rPr lang="en-US" sz="4000" dirty="0" err="1">
                <a:solidFill>
                  <a:srgbClr val="FFFFFF"/>
                </a:solidFill>
              </a:rPr>
              <a:t>sistema</a:t>
            </a:r>
            <a:r>
              <a:rPr lang="en-US" sz="4000" dirty="0">
                <a:solidFill>
                  <a:srgbClr val="FFFFFF"/>
                </a:solidFill>
              </a:rPr>
              <a:t> RAG?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19076BD-3A9F-ED8E-0424-86E085840F64}"/>
              </a:ext>
            </a:extLst>
          </p:cNvPr>
          <p:cNvGrpSpPr/>
          <p:nvPr/>
        </p:nvGrpSpPr>
        <p:grpSpPr>
          <a:xfrm>
            <a:off x="1073624" y="2367234"/>
            <a:ext cx="10044752" cy="3776279"/>
            <a:chOff x="1073624" y="2515991"/>
            <a:chExt cx="10044752" cy="3776279"/>
          </a:xfrm>
        </p:grpSpPr>
        <p:pic>
          <p:nvPicPr>
            <p:cNvPr id="2050" name="Picture 2" descr="Unlocking the Untapped Potential of Retrieval-Augmented Generation (RAG ...">
              <a:extLst>
                <a:ext uri="{FF2B5EF4-FFF2-40B4-BE49-F238E27FC236}">
                  <a16:creationId xmlns:a16="http://schemas.microsoft.com/office/drawing/2014/main" id="{514F60A3-66FB-4739-A6CE-F105CC31FF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-1" b="411"/>
            <a:stretch>
              <a:fillRect/>
            </a:stretch>
          </p:blipFill>
          <p:spPr bwMode="auto">
            <a:xfrm>
              <a:off x="1073624" y="2515991"/>
              <a:ext cx="10044752" cy="37762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F058122-0ED0-A06D-74CC-4FFD9AD1E58F}"/>
                </a:ext>
              </a:extLst>
            </p:cNvPr>
            <p:cNvSpPr txBox="1"/>
            <p:nvPr/>
          </p:nvSpPr>
          <p:spPr>
            <a:xfrm>
              <a:off x="8607972" y="2678543"/>
              <a:ext cx="17762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dirty="0"/>
                <a:t>Búsqueda híbrida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7742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4" name="Rectangle 2063">
            <a:extLst>
              <a:ext uri="{FF2B5EF4-FFF2-40B4-BE49-F238E27FC236}">
                <a16:creationId xmlns:a16="http://schemas.microsoft.com/office/drawing/2014/main" id="{C681C32C-7AFC-4BB3-9088-65CBDFC5D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B14B4BB-8D41-B024-CD71-9A851A36C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982" y="714487"/>
            <a:ext cx="10939818" cy="1465973"/>
          </a:xfrm>
        </p:spPr>
        <p:txBody>
          <a:bodyPr anchor="t">
            <a:normAutofit/>
          </a:bodyPr>
          <a:lstStyle/>
          <a:p>
            <a:r>
              <a:rPr lang="es-ES" sz="4000" dirty="0"/>
              <a:t>Documentación inconexa </a:t>
            </a:r>
            <a:r>
              <a:rPr lang="es-ES" sz="4000" dirty="0">
                <a:sym typeface="Wingdings" panose="05000000000000000000" pitchFamily="2" charset="2"/>
              </a:rPr>
              <a:t> grafos de conocimiento</a:t>
            </a:r>
            <a:endParaRPr lang="es-ES" sz="4000" dirty="0"/>
          </a:p>
        </p:txBody>
      </p:sp>
      <p:sp>
        <p:nvSpPr>
          <p:cNvPr id="2066" name="Rectangle 2065">
            <a:extLst>
              <a:ext uri="{FF2B5EF4-FFF2-40B4-BE49-F238E27FC236}">
                <a16:creationId xmlns:a16="http://schemas.microsoft.com/office/drawing/2014/main" id="{199C0ED0-69DE-4C31-A5CF-E2A46FD30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8" name="Rectangle 2067">
            <a:extLst>
              <a:ext uri="{FF2B5EF4-FFF2-40B4-BE49-F238E27FC236}">
                <a16:creationId xmlns:a16="http://schemas.microsoft.com/office/drawing/2014/main" id="{8D42B8BD-40AF-488E-8A79-D7256C917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1DDCEBD5-515E-C525-00A4-39F656184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0600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AFC2DC-0D2D-C2C1-8878-8DE5BF3A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Consultas enumerativas </a:t>
            </a:r>
            <a:r>
              <a:rPr lang="es-ES" dirty="0">
                <a:sym typeface="Wingdings" panose="05000000000000000000" pitchFamily="2" charset="2"/>
              </a:rPr>
              <a:t> generar varias respuestas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49EEBB-C3EE-2FC3-F6EF-7ADC34116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3776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86147F-815A-DA68-1CCD-47FA928A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s-ES" sz="4000">
                <a:solidFill>
                  <a:srgbClr val="FFFFFF"/>
                </a:solidFill>
              </a:rPr>
              <a:t>Casos de uso</a:t>
            </a:r>
          </a:p>
        </p:txBody>
      </p:sp>
      <p:graphicFrame>
        <p:nvGraphicFramePr>
          <p:cNvPr id="7" name="Marcador de contenido 2">
            <a:extLst>
              <a:ext uri="{FF2B5EF4-FFF2-40B4-BE49-F238E27FC236}">
                <a16:creationId xmlns:a16="http://schemas.microsoft.com/office/drawing/2014/main" id="{F11D2317-1CAC-1D7C-B882-9909ECBA20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6019615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8812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10195-2453-BE09-6448-1B81EEB88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86D02-DE0F-D14A-8E87-6A3FEFCA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Resultados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177E3F-4651-CE0C-C942-0278E08FD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Generación de Gold Standard</a:t>
            </a:r>
          </a:p>
        </p:txBody>
      </p:sp>
    </p:spTree>
    <p:extLst>
      <p:ext uri="{BB962C8B-B14F-4D97-AF65-F5344CB8AC3E}">
        <p14:creationId xmlns:p14="http://schemas.microsoft.com/office/powerpoint/2010/main" val="83607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860EF-EF99-646A-AF07-5A62230F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8E98ED-E692-EEC6-40A0-9AD9A3FC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Estado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B0B14C-B022-25C4-18CA-FDEDF12D3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01893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238</Words>
  <Application>Microsoft Office PowerPoint</Application>
  <PresentationFormat>Panorámica</PresentationFormat>
  <Paragraphs>51</Paragraphs>
  <Slides>10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Wingdings</vt:lpstr>
      <vt:lpstr>Tema de Office</vt:lpstr>
      <vt:lpstr>Desarrollo sistema RAG</vt:lpstr>
      <vt:lpstr>Metodología de trabajo</vt:lpstr>
      <vt:lpstr>Objetivos</vt:lpstr>
      <vt:lpstr>Objetivos del proyecto</vt:lpstr>
      <vt:lpstr>¿Qué es un sistema RAG?</vt:lpstr>
      <vt:lpstr>Documentación inconexa  grafos de conocimiento</vt:lpstr>
      <vt:lpstr>Consultas enumerativas  generar varias respuestas</vt:lpstr>
      <vt:lpstr>Casos de uso</vt:lpstr>
      <vt:lpstr>Resultados</vt:lpstr>
      <vt:lpstr>Estado actual</vt:lpstr>
    </vt:vector>
  </TitlesOfParts>
  <Company>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Negueruela Avellaneda</dc:creator>
  <cp:lastModifiedBy>Sofia Negueruela Avellaneda</cp:lastModifiedBy>
  <cp:revision>1</cp:revision>
  <dcterms:created xsi:type="dcterms:W3CDTF">2026-02-27T11:34:51Z</dcterms:created>
  <dcterms:modified xsi:type="dcterms:W3CDTF">2026-04-17T21:19:55Z</dcterms:modified>
</cp:coreProperties>
</file>