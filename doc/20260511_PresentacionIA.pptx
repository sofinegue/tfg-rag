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 y objetivos" id="{890F5941-F27A-4ACB-911A-D7BFB584517A}">
          <p14:sldIdLst>
            <p14:sldId id="256"/>
          </p14:sldIdLst>
        </p14:section>
        <p14:section name="Diseño del sistema" id="{1F24B7CA-BA2C-43A9-A70B-F7FE77292776}">
          <p14:sldIdLst>
            <p14:sldId id="25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8E9"/>
    <a:srgbClr val="8598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2215473" userId="S::202215473_alu.comillas.edu#ext#@eygs.onmicrosoft.com::b5382c8f-da5c-495d-8c49-7856c24f4ddf" providerId="AD" clId="Web-{2FF52669-2215-7CA9-6034-75CFA377393E}"/>
    <pc:docChg chg="modSld sldOrd modMainMaster modSection">
      <pc:chgData name="202215473" userId="S::202215473_alu.comillas.edu#ext#@eygs.onmicrosoft.com::b5382c8f-da5c-495d-8c49-7856c24f4ddf" providerId="AD" clId="Web-{2FF52669-2215-7CA9-6034-75CFA377393E}" dt="2026-05-01T16:40:58.301" v="23" actId="20577"/>
      <pc:docMkLst>
        <pc:docMk/>
      </pc:docMkLst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292513249" sldId="256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1987742604" sldId="257"/>
        </pc:sldMkLst>
      </pc:sldChg>
      <pc:sldChg chg="addSp delSp modSp modTransition">
        <pc:chgData name="202215473" userId="S::202215473_alu.comillas.edu#ext#@eygs.onmicrosoft.com::b5382c8f-da5c-495d-8c49-7856c24f4ddf" providerId="AD" clId="Web-{2FF52669-2215-7CA9-6034-75CFA377393E}" dt="2026-05-01T16:39:43.410" v="21" actId="1076"/>
        <pc:sldMkLst>
          <pc:docMk/>
          <pc:sldMk cId="1030600834" sldId="258"/>
        </pc:sldMkLst>
        <pc:spChg chg="mod">
          <ac:chgData name="202215473" userId="S::202215473_alu.comillas.edu#ext#@eygs.onmicrosoft.com::b5382c8f-da5c-495d-8c49-7856c24f4ddf" providerId="AD" clId="Web-{2FF52669-2215-7CA9-6034-75CFA377393E}" dt="2026-05-01T16:39:43.410" v="21" actId="1076"/>
          <ac:spMkLst>
            <pc:docMk/>
            <pc:sldMk cId="1030600834" sldId="258"/>
            <ac:spMk id="15" creationId="{99BCC668-E9CE-F8DA-A032-5C947ADB68A2}"/>
          </ac:spMkLst>
        </pc:spChg>
        <pc:grpChg chg="add">
          <ac:chgData name="202215473" userId="S::202215473_alu.comillas.edu#ext#@eygs.onmicrosoft.com::b5382c8f-da5c-495d-8c49-7856c24f4ddf" providerId="AD" clId="Web-{2FF52669-2215-7CA9-6034-75CFA377393E}" dt="2026-05-01T16:39:19.441" v="17"/>
          <ac:grpSpMkLst>
            <pc:docMk/>
            <pc:sldMk cId="1030600834" sldId="258"/>
            <ac:grpSpMk id="16" creationId="{05FE147B-22CC-1983-7A3A-07C435A89671}"/>
          </ac:grpSpMkLst>
        </pc:grpChg>
      </pc:sldChg>
      <pc:sldChg chg="mod modTransition modShow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425261687" sldId="259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2168037090" sldId="261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3983776421" sldId="268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83607501" sldId="269"/>
        </pc:sldMkLst>
      </pc:sldChg>
      <pc:sldChg chg="modSp modTransition">
        <pc:chgData name="202215473" userId="S::202215473_alu.comillas.edu#ext#@eygs.onmicrosoft.com::b5382c8f-da5c-495d-8c49-7856c24f4ddf" providerId="AD" clId="Web-{2FF52669-2215-7CA9-6034-75CFA377393E}" dt="2026-05-01T16:40:58.301" v="23" actId="20577"/>
        <pc:sldMkLst>
          <pc:docMk/>
          <pc:sldMk cId="540189340" sldId="270"/>
        </pc:sldMkLst>
        <pc:spChg chg="mod">
          <ac:chgData name="202215473" userId="S::202215473_alu.comillas.edu#ext#@eygs.onmicrosoft.com::b5382c8f-da5c-495d-8c49-7856c24f4ddf" providerId="AD" clId="Web-{2FF52669-2215-7CA9-6034-75CFA377393E}" dt="2026-05-01T16:40:58.301" v="23" actId="20577"/>
          <ac:spMkLst>
            <pc:docMk/>
            <pc:sldMk cId="540189340" sldId="270"/>
            <ac:spMk id="2" creationId="{E98E98ED-E692-EEC6-40A0-9AD9A3FC76C0}"/>
          </ac:spMkLst>
        </pc:spChg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3353326479" sldId="271"/>
        </pc:sldMkLst>
      </pc:sldChg>
      <pc:sldMasterChg chg="modTransition modSldLayout">
        <pc:chgData name="202215473" userId="S::202215473_alu.comillas.edu#ext#@eygs.onmicrosoft.com::b5382c8f-da5c-495d-8c49-7856c24f4ddf" providerId="AD" clId="Web-{2FF52669-2215-7CA9-6034-75CFA377393E}" dt="2026-05-01T16:38:07.394" v="8"/>
        <pc:sldMasterMkLst>
          <pc:docMk/>
          <pc:sldMasterMk cId="3825838310" sldId="2147483648"/>
        </pc:sldMasterMkLst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432199224" sldId="2147483649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943837827" sldId="2147483650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888338054" sldId="2147483651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582474062" sldId="2147483652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1435574051" sldId="2147483653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734624506" sldId="2147483654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503724725" sldId="2147483655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969978037" sldId="2147483656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350314680" sldId="2147483657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817233306" sldId="2147483658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690844294" sldId="2147483659"/>
          </pc:sldLayoutMkLst>
        </pc:sldLayoutChg>
      </pc:sldMasterChg>
    </pc:docChg>
  </pc:docChgLst>
  <pc:docChgLst>
    <pc:chgData name="Sofia Negueruela Avellaneda" userId="1355ce59-2ee3-4584-b6f2-c7e4b99958aa" providerId="ADAL" clId="{75AA7C8B-0E1E-45F8-BB8D-1CDD06E81B9F}"/>
    <pc:docChg chg="undo redo custSel addSld delSld modSld sldOrd modMainMaster addSection delSection modSection">
      <pc:chgData name="Sofia Negueruela Avellaneda" userId="1355ce59-2ee3-4584-b6f2-c7e4b99958aa" providerId="ADAL" clId="{75AA7C8B-0E1E-45F8-BB8D-1CDD06E81B9F}" dt="2026-05-11T06:45:25.064" v="3337" actId="17851"/>
      <pc:docMkLst>
        <pc:docMk/>
      </pc:docMkLst>
      <pc:sldChg chg="addSp delSp modSp new mod ord modTransition setBg addAnim modAnim">
        <pc:chgData name="Sofia Negueruela Avellaneda" userId="1355ce59-2ee3-4584-b6f2-c7e4b99958aa" providerId="ADAL" clId="{75AA7C8B-0E1E-45F8-BB8D-1CDD06E81B9F}" dt="2026-05-11T06:44:51.228" v="3328" actId="20577"/>
        <pc:sldMkLst>
          <pc:docMk/>
          <pc:sldMk cId="292513249" sldId="256"/>
        </pc:sldMkLst>
        <pc:spChg chg="mod">
          <ac:chgData name="Sofia Negueruela Avellaneda" userId="1355ce59-2ee3-4584-b6f2-c7e4b99958aa" providerId="ADAL" clId="{75AA7C8B-0E1E-45F8-BB8D-1CDD06E81B9F}" dt="2026-05-11T06:44:51.228" v="3328" actId="20577"/>
          <ac:spMkLst>
            <pc:docMk/>
            <pc:sldMk cId="292513249" sldId="256"/>
            <ac:spMk id="3" creationId="{AE57164F-BC27-5F0D-3C21-6DECCB699AA1}"/>
          </ac:spMkLst>
        </pc:spChg>
      </pc:sldChg>
      <pc:sldChg chg="addSp delSp modSp mod ord modTransition modShow modNotesTx">
        <pc:chgData name="Sofia Negueruela Avellaneda" userId="1355ce59-2ee3-4584-b6f2-c7e4b99958aa" providerId="ADAL" clId="{75AA7C8B-0E1E-45F8-BB8D-1CDD06E81B9F}" dt="2026-05-01T15:42:33.537" v="3301"/>
        <pc:sldMkLst>
          <pc:docMk/>
          <pc:sldMk cId="1987742604" sldId="257"/>
        </pc:sldMkLst>
        <pc:spChg chg="mod">
          <ac:chgData name="Sofia Negueruela Avellaneda" userId="1355ce59-2ee3-4584-b6f2-c7e4b99958aa" providerId="ADAL" clId="{75AA7C8B-0E1E-45F8-BB8D-1CDD06E81B9F}" dt="2026-04-17T21:18:42.076" v="2468"/>
          <ac:spMkLst>
            <pc:docMk/>
            <pc:sldMk cId="1987742604" sldId="257"/>
            <ac:spMk id="3" creationId="{4F058122-0ED0-A06D-74CC-4FFD9AD1E58F}"/>
          </ac:spMkLst>
        </pc:spChg>
        <pc:grpChg chg="add mod">
          <ac:chgData name="Sofia Negueruela Avellaneda" userId="1355ce59-2ee3-4584-b6f2-c7e4b99958aa" providerId="ADAL" clId="{75AA7C8B-0E1E-45F8-BB8D-1CDD06E81B9F}" dt="2026-04-17T21:18:42.076" v="2468"/>
          <ac:grpSpMkLst>
            <pc:docMk/>
            <pc:sldMk cId="1987742604" sldId="257"/>
            <ac:grpSpMk id="4" creationId="{219076BD-3A9F-ED8E-0424-86E085840F64}"/>
          </ac:grpSpMkLst>
        </pc:grpChg>
        <pc:picChg chg="mod">
          <ac:chgData name="Sofia Negueruela Avellaneda" userId="1355ce59-2ee3-4584-b6f2-c7e4b99958aa" providerId="ADAL" clId="{75AA7C8B-0E1E-45F8-BB8D-1CDD06E81B9F}" dt="2026-04-17T21:18:42.076" v="2468"/>
          <ac:picMkLst>
            <pc:docMk/>
            <pc:sldMk cId="1987742604" sldId="257"/>
            <ac:picMk id="2050" creationId="{514F60A3-66FB-4739-A6CE-F105CC31FF95}"/>
          </ac:picMkLst>
        </pc:picChg>
      </pc:sldChg>
      <pc:sldChg chg="addSp delSp modSp del mod modTransition modAnim modNotesTx">
        <pc:chgData name="Sofia Negueruela Avellaneda" userId="1355ce59-2ee3-4584-b6f2-c7e4b99958aa" providerId="ADAL" clId="{75AA7C8B-0E1E-45F8-BB8D-1CDD06E81B9F}" dt="2026-05-11T06:45:15.388" v="3333" actId="47"/>
        <pc:sldMkLst>
          <pc:docMk/>
          <pc:sldMk cId="1030600834" sldId="258"/>
        </pc:sldMkLst>
        <pc:spChg chg="mod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" creationId="{4B14B4BB-8D41-B024-CD71-9A851A36C83B}"/>
          </ac:spMkLst>
        </pc:spChg>
        <pc:spChg chg="add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075" creationId="{B712E947-0734-45F9-9C4F-41114EC3A33E}"/>
          </ac:spMkLst>
        </pc:spChg>
        <pc:grpChg chg="add">
          <ac:chgData name="Sofia Negueruela Avellaneda" userId="1355ce59-2ee3-4584-b6f2-c7e4b99958aa" providerId="ADAL" clId="{75AA7C8B-0E1E-45F8-BB8D-1CDD06E81B9F}" dt="2026-05-01T15:25:21.767" v="3253" actId="26606"/>
          <ac:grpSpMkLst>
            <pc:docMk/>
            <pc:sldMk cId="1030600834" sldId="258"/>
            <ac:grpSpMk id="2077" creationId="{12B3290A-D3BF-4B87-B55B-FD9A98B49727}"/>
          </ac:grpSpMkLst>
        </pc:grpChg>
        <pc:picChg chg="add mod ord">
          <ac:chgData name="Sofia Negueruela Avellaneda" userId="1355ce59-2ee3-4584-b6f2-c7e4b99958aa" providerId="ADAL" clId="{75AA7C8B-0E1E-45F8-BB8D-1CDD06E81B9F}" dt="2026-05-01T15:25:42.828" v="3259" actId="1076"/>
          <ac:picMkLst>
            <pc:docMk/>
            <pc:sldMk cId="1030600834" sldId="258"/>
            <ac:picMk id="8" creationId="{C706B4FA-D5A1-44D0-DDB3-E0EDA1D5CA8D}"/>
          </ac:picMkLst>
        </pc:picChg>
        <pc:picChg chg="add mod">
          <ac:chgData name="Sofia Negueruela Avellaneda" userId="1355ce59-2ee3-4584-b6f2-c7e4b99958aa" providerId="ADAL" clId="{75AA7C8B-0E1E-45F8-BB8D-1CDD06E81B9F}" dt="2026-05-01T15:34:47.368" v="3285" actId="1076"/>
          <ac:picMkLst>
            <pc:docMk/>
            <pc:sldMk cId="1030600834" sldId="258"/>
            <ac:picMk id="10" creationId="{D676A4FB-FE4D-46E0-BBDF-A6787CA0A520}"/>
          </ac:picMkLst>
        </pc:picChg>
        <pc:picChg chg="add mod modCrop">
          <ac:chgData name="Sofia Negueruela Avellaneda" userId="1355ce59-2ee3-4584-b6f2-c7e4b99958aa" providerId="ADAL" clId="{75AA7C8B-0E1E-45F8-BB8D-1CDD06E81B9F}" dt="2026-05-01T15:34:38.431" v="3282" actId="14100"/>
          <ac:picMkLst>
            <pc:docMk/>
            <pc:sldMk cId="1030600834" sldId="258"/>
            <ac:picMk id="12" creationId="{71467DAB-6CD8-3EBE-D7B5-9CC5AE461692}"/>
          </ac:picMkLst>
        </pc:picChg>
      </pc:sldChg>
      <pc:sldChg chg="del mod ord modTransition modShow">
        <pc:chgData name="Sofia Negueruela Avellaneda" userId="1355ce59-2ee3-4584-b6f2-c7e4b99958aa" providerId="ADAL" clId="{75AA7C8B-0E1E-45F8-BB8D-1CDD06E81B9F}" dt="2026-05-11T06:44:59.530" v="3331" actId="47"/>
        <pc:sldMkLst>
          <pc:docMk/>
          <pc:sldMk cId="425261687" sldId="259"/>
        </pc:sldMkLst>
      </pc:sldChg>
      <pc:sldChg chg="del mod ord modTransition modShow">
        <pc:chgData name="Sofia Negueruela Avellaneda" userId="1355ce59-2ee3-4584-b6f2-c7e4b99958aa" providerId="ADAL" clId="{75AA7C8B-0E1E-45F8-BB8D-1CDD06E81B9F}" dt="2026-05-11T06:45:10.298" v="3332" actId="47"/>
        <pc:sldMkLst>
          <pc:docMk/>
          <pc:sldMk cId="2168037090" sldId="261"/>
        </pc:sldMkLst>
      </pc:sldChg>
      <pc:sldChg chg="del mod ord modTransition modShow">
        <pc:chgData name="Sofia Negueruela Avellaneda" userId="1355ce59-2ee3-4584-b6f2-c7e4b99958aa" providerId="ADAL" clId="{75AA7C8B-0E1E-45F8-BB8D-1CDD06E81B9F}" dt="2026-05-11T06:44:57.178" v="3330" actId="47"/>
        <pc:sldMkLst>
          <pc:docMk/>
          <pc:sldMk cId="2728812356" sldId="262"/>
        </pc:sldMkLst>
      </pc:sldChg>
      <pc:sldChg chg="addSp delSp modSp new add del mod modTransition setBg">
        <pc:chgData name="Sofia Negueruela Avellaneda" userId="1355ce59-2ee3-4584-b6f2-c7e4b99958aa" providerId="ADAL" clId="{75AA7C8B-0E1E-45F8-BB8D-1CDD06E81B9F}" dt="2026-05-11T06:44:56.164" v="3329" actId="47"/>
        <pc:sldMkLst>
          <pc:docMk/>
          <pc:sldMk cId="1702550509" sldId="267"/>
        </pc:sldMkLst>
      </pc:sldChg>
      <pc:sldChg chg="addSp delSp modSp new mod ord modTransition setBg delAnim modAnim">
        <pc:chgData name="Sofia Negueruela Avellaneda" userId="1355ce59-2ee3-4584-b6f2-c7e4b99958aa" providerId="ADAL" clId="{75AA7C8B-0E1E-45F8-BB8D-1CDD06E81B9F}" dt="2026-05-01T15:49:34.616" v="3307" actId="14826"/>
        <pc:sldMkLst>
          <pc:docMk/>
          <pc:sldMk cId="3983776421" sldId="268"/>
        </pc:sldMkLst>
        <pc:spChg chg="mod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" creationId="{86AFC2DC-0D2D-C2C1-8878-8DE5BF3A79E6}"/>
          </ac:spMkLst>
        </pc:spChg>
        <pc:spChg chg="add mod">
          <ac:chgData name="Sofia Negueruela Avellaneda" userId="1355ce59-2ee3-4584-b6f2-c7e4b99958aa" providerId="ADAL" clId="{75AA7C8B-0E1E-45F8-BB8D-1CDD06E81B9F}" dt="2026-05-01T14:53:49.993" v="3107" actId="1038"/>
          <ac:spMkLst>
            <pc:docMk/>
            <pc:sldMk cId="3983776421" sldId="268"/>
            <ac:spMk id="7" creationId="{597E61BF-A0FF-4E5C-D558-1D3541702529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19" creationId="{9CB95732-565A-4D2C-A3AB-CC460C0D3826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1" creationId="{E19B653C-798C-4333-8452-3DF3AE3C1D11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3" creationId="{0FE50278-E2EC-42B2-A1F1-921DD39901C4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5" creationId="{1236153F-0DB4-40DD-87C6-B40C1B7E282C}"/>
          </ac:spMkLst>
        </pc:spChg>
        <pc:grpChg chg="add mod ord">
          <ac:chgData name="Sofia Negueruela Avellaneda" userId="1355ce59-2ee3-4584-b6f2-c7e4b99958aa" providerId="ADAL" clId="{75AA7C8B-0E1E-45F8-BB8D-1CDD06E81B9F}" dt="2026-05-01T14:53:49.993" v="3107" actId="1038"/>
          <ac:grpSpMkLst>
            <pc:docMk/>
            <pc:sldMk cId="3983776421" sldId="268"/>
            <ac:grpSpMk id="8" creationId="{62A9D545-F71D-6B1B-6B3E-7EFF0FCB0EB7}"/>
          </ac:grpSpMkLst>
        </pc:grpChg>
        <pc:picChg chg="mod">
          <ac:chgData name="Sofia Negueruela Avellaneda" userId="1355ce59-2ee3-4584-b6f2-c7e4b99958aa" providerId="ADAL" clId="{75AA7C8B-0E1E-45F8-BB8D-1CDD06E81B9F}" dt="2026-05-01T14:53:49.993" v="3107" actId="1038"/>
          <ac:picMkLst>
            <pc:docMk/>
            <pc:sldMk cId="3983776421" sldId="268"/>
            <ac:picMk id="5" creationId="{BBD0094D-FCA4-C04B-1112-752BDDBC7E73}"/>
          </ac:picMkLst>
        </pc:picChg>
        <pc:picChg chg="add mod ord modCrop">
          <ac:chgData name="Sofia Negueruela Avellaneda" userId="1355ce59-2ee3-4584-b6f2-c7e4b99958aa" providerId="ADAL" clId="{75AA7C8B-0E1E-45F8-BB8D-1CDD06E81B9F}" dt="2026-05-01T14:55:11.551" v="3142" actId="1037"/>
          <ac:picMkLst>
            <pc:docMk/>
            <pc:sldMk cId="3983776421" sldId="268"/>
            <ac:picMk id="12" creationId="{79933722-A464-3E78-C98E-B24BF8D45858}"/>
          </ac:picMkLst>
        </pc:picChg>
        <pc:picChg chg="add mod">
          <ac:chgData name="Sofia Negueruela Avellaneda" userId="1355ce59-2ee3-4584-b6f2-c7e4b99958aa" providerId="ADAL" clId="{75AA7C8B-0E1E-45F8-BB8D-1CDD06E81B9F}" dt="2026-05-01T14:55:04.290" v="3139" actId="14100"/>
          <ac:picMkLst>
            <pc:docMk/>
            <pc:sldMk cId="3983776421" sldId="268"/>
            <ac:picMk id="15" creationId="{16031CA5-529E-02E5-F072-D01C4AC97EBE}"/>
          </ac:picMkLst>
        </pc:picChg>
        <pc:picChg chg="add mod">
          <ac:chgData name="Sofia Negueruela Avellaneda" userId="1355ce59-2ee3-4584-b6f2-c7e4b99958aa" providerId="ADAL" clId="{75AA7C8B-0E1E-45F8-BB8D-1CDD06E81B9F}" dt="2026-05-01T15:49:34.616" v="3307" actId="14826"/>
          <ac:picMkLst>
            <pc:docMk/>
            <pc:sldMk cId="3983776421" sldId="268"/>
            <ac:picMk id="29" creationId="{C8264D17-28FE-4FD1-D7D1-D81B0C8A51CC}"/>
          </ac:picMkLst>
        </pc:picChg>
      </pc:sldChg>
      <pc:sldChg chg="addSp delSp modSp add del mod ord modTransition setBg">
        <pc:chgData name="Sofia Negueruela Avellaneda" userId="1355ce59-2ee3-4584-b6f2-c7e4b99958aa" providerId="ADAL" clId="{75AA7C8B-0E1E-45F8-BB8D-1CDD06E81B9F}" dt="2026-05-11T06:45:17.633" v="3334" actId="47"/>
        <pc:sldMkLst>
          <pc:docMk/>
          <pc:sldMk cId="83607501" sldId="269"/>
        </pc:sldMkLst>
        <pc:spChg chg="mod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2" creationId="{B6186D02-DE0F-D14A-8E87-6A3FEFCA0F91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8" creationId="{1B15ED52-F352-441B-82BF-E0EA34836D08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0" creationId="{3B2E3793-BFE6-45A2-9B7B-E18844431C99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2" creationId="{BC4C4868-CB8F-4AF9-9CDB-8108F2C19B67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4" creationId="{375E0459-6403-40CD-989D-56A4407CA12E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6" creationId="{53E5B1A8-3AC9-4BD1-9BBC-78CA94F2D1BA}"/>
          </ac:spMkLst>
        </pc:spChg>
        <pc:picChg chg="add mod ord modCrop">
          <ac:chgData name="Sofia Negueruela Avellaneda" userId="1355ce59-2ee3-4584-b6f2-c7e4b99958aa" providerId="ADAL" clId="{75AA7C8B-0E1E-45F8-BB8D-1CDD06E81B9F}" dt="2026-05-01T15:52:36.718" v="3311" actId="18131"/>
          <ac:picMkLst>
            <pc:docMk/>
            <pc:sldMk cId="83607501" sldId="269"/>
            <ac:picMk id="7" creationId="{5BC3B586-C85E-67C7-896D-C31BBB8C1128}"/>
          </ac:picMkLst>
        </pc:picChg>
      </pc:sldChg>
      <pc:sldChg chg="addSp delSp modSp add del mod ord modTransition setBg">
        <pc:chgData name="Sofia Negueruela Avellaneda" userId="1355ce59-2ee3-4584-b6f2-c7e4b99958aa" providerId="ADAL" clId="{75AA7C8B-0E1E-45F8-BB8D-1CDD06E81B9F}" dt="2026-05-11T06:45:19.532" v="3336" actId="47"/>
        <pc:sldMkLst>
          <pc:docMk/>
          <pc:sldMk cId="540189340" sldId="270"/>
        </pc:sldMkLst>
        <pc:spChg chg="mod">
          <ac:chgData name="Sofia Negueruela Avellaneda" userId="1355ce59-2ee3-4584-b6f2-c7e4b99958aa" providerId="ADAL" clId="{75AA7C8B-0E1E-45F8-BB8D-1CDD06E81B9F}" dt="2026-05-01T15:07:28.829" v="3189" actId="20577"/>
          <ac:spMkLst>
            <pc:docMk/>
            <pc:sldMk cId="540189340" sldId="270"/>
            <ac:spMk id="2" creationId="{E98E98ED-E692-EEC6-40A0-9AD9A3FC76C0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0" creationId="{A8384FB5-9ADC-4DDC-881B-597D56F5B15D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2" creationId="{1199E1B1-A8C0-4FE8-A5A8-1CB41D69F857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4" creationId="{84A8DE83-DE75-4B41-9DB4-A7EC0B0DEC0B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6" creationId="{A7009A0A-BEF5-4EAC-AF15-E4F9F002E239}"/>
          </ac:spMkLst>
        </pc:spChg>
        <pc:picChg chg="add mod">
          <ac:chgData name="Sofia Negueruela Avellaneda" userId="1355ce59-2ee3-4584-b6f2-c7e4b99958aa" providerId="ADAL" clId="{75AA7C8B-0E1E-45F8-BB8D-1CDD06E81B9F}" dt="2026-05-01T15:07:16.684" v="3172" actId="26606"/>
          <ac:picMkLst>
            <pc:docMk/>
            <pc:sldMk cId="540189340" sldId="270"/>
            <ac:picMk id="5" creationId="{9E72EF24-E29B-BADE-B64A-A40A18321777}"/>
          </ac:picMkLst>
        </pc:picChg>
      </pc:sldChg>
      <pc:sldChg chg="addSp delSp modSp add del mod modTransition setBg delDesignElem">
        <pc:chgData name="Sofia Negueruela Avellaneda" userId="1355ce59-2ee3-4584-b6f2-c7e4b99958aa" providerId="ADAL" clId="{75AA7C8B-0E1E-45F8-BB8D-1CDD06E81B9F}" dt="2026-05-11T06:45:18.557" v="3335" actId="47"/>
        <pc:sldMkLst>
          <pc:docMk/>
          <pc:sldMk cId="3353326479" sldId="271"/>
        </pc:sldMkLst>
        <pc:spChg chg="mo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" creationId="{760F8B63-004B-F69C-BC1E-0E8E46A12985}"/>
          </ac:spMkLst>
        </pc:spChg>
        <pc:spChg chg="add mod">
          <ac:chgData name="Sofia Negueruela Avellaneda" userId="1355ce59-2ee3-4584-b6f2-c7e4b99958aa" providerId="ADAL" clId="{75AA7C8B-0E1E-45F8-BB8D-1CDD06E81B9F}" dt="2026-05-01T15:43:35.981" v="3306" actId="403"/>
          <ac:spMkLst>
            <pc:docMk/>
            <pc:sldMk cId="3353326479" sldId="271"/>
            <ac:spMk id="11" creationId="{C4945077-5B48-40D2-8D35-150AFA9490E1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16" creationId="{1B15ED52-F352-441B-82BF-E0EA34836D08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18" creationId="{3B2E3793-BFE6-45A2-9B7B-E18844431C99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0" creationId="{BC4C4868-CB8F-4AF9-9CDB-8108F2C19B67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2" creationId="{375E0459-6403-40CD-989D-56A4407CA12E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4" creationId="{53E5B1A8-3AC9-4BD1-9BBC-78CA94F2D1BA}"/>
          </ac:spMkLst>
        </pc:spChg>
      </pc:sldChg>
      <pc:sldMasterChg chg="modTransition modSldLayout">
        <pc:chgData name="Sofia Negueruela Avellaneda" userId="1355ce59-2ee3-4584-b6f2-c7e4b99958aa" providerId="ADAL" clId="{75AA7C8B-0E1E-45F8-BB8D-1CDD06E81B9F}" dt="2026-05-01T15:42:33.537" v="3301"/>
        <pc:sldMasterMkLst>
          <pc:docMk/>
          <pc:sldMasterMk cId="3825838310" sldId="2147483648"/>
        </pc:sldMasterMkLst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432199224" sldId="2147483649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943837827" sldId="2147483650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888338054" sldId="2147483651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582474062" sldId="2147483652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1435574051" sldId="2147483653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734624506" sldId="2147483654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503724725" sldId="2147483655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969978037" sldId="2147483656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350314680" sldId="2147483657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817233306" sldId="2147483658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69084429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DA3B7-DF4B-4512-9353-21E7A8669511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79901-12C0-4769-AE20-E86B9F6176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60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8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Un sistema RAG responde preguntas combinando el uso de </a:t>
            </a:r>
            <a:r>
              <a:rPr lang="es-ES" err="1"/>
              <a:t>LLMs</a:t>
            </a:r>
            <a:r>
              <a:rPr lang="es-ES"/>
              <a:t> con fuentes de conocimiento específicas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32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52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2B3A9-4244-C66D-F256-56A96E853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468BD3-0075-DDA6-9512-BD3CB3AA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59025-C91F-C9A7-F323-05AF6AFF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F1EA1-29C1-358B-5351-7B1AD3A8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2B2A8-AB31-FDDB-82C1-C7C203F4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21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71F0F-E9FD-055A-53AC-84E3A10B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AB9B2-41A0-E7ED-84E3-57296130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1319C-DF03-6D1C-4448-B6D35FDF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78443-04B5-DDA6-6A60-E1EE46C1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0B86D-DE92-00F2-A22C-91F36D9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3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5049-D789-EC70-4187-9F21B263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88483-66A3-D6A0-8F1C-3E2C0749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34B58-43BF-E99D-C0E4-8EB4B454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F0BED-3827-4E7D-6890-D24267A3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0608-3543-8815-8BA0-96C75BC6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33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CB3CA-F909-E3A0-C4F5-52D12C5A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EE17F-77D3-ED50-1D2E-9FB1439C2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7B6804-1AB5-B3DA-B905-36CEE761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B62E2D-AD60-B8CB-B600-D26EE817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C14868-165E-C7BC-8B36-4A125F99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E84B3-625F-A839-0958-77752CE3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47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0BDA6-2F60-3618-471F-5D106B3C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86FC-0BC9-5963-8D29-440FA2DC9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98A0C-7D79-7B2E-15AF-3DBFDA62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B4363-A532-8399-864D-D4A62AE9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C03C35-4B77-FDF6-B139-F06296307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407CAA-D361-BBFB-A029-28E182C6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A950C8-78CF-6075-E7A9-D7667E54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D209F4-1804-C0BA-E8C3-4080805D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57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EB8EA-52AB-6D6E-AF67-0265E845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0B64B-D19B-8264-3384-9D930FFB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8A51AB-B8C2-E727-2F24-AAF3C94A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D53D55-CDC5-03B4-E784-3D053648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462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0F3146-9460-F996-A256-2019A6A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BD0FE0-081C-4C9D-8DC0-BA48E56E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F93A9-E030-50F6-248F-CE3207CC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72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3B15B-623D-0EE1-090A-1BE7DC3F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0A30EA-966C-8AE9-9041-2AA4AE55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FA58-20B1-80B1-CBBF-9B7A51D0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2DE3E1-27C4-3FBD-BEC4-AFCC57AD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7D89A-CD85-A308-69AF-3947C351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66B759-8DEB-1B7D-1CCD-A8522AD9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97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A6567-B976-8603-C182-9D1E86A7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FD9446-7AB9-7DC7-7AE4-F987CDE92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F4520-3DC6-862E-2801-B5E19D13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79B24-1948-B54B-A314-22578C33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945E4D-7577-F341-8ACD-73DBABF4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8F270E-1E4E-A09B-ADDE-8E6CD29D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31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E53A-D324-68CC-EF48-15593B0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A2A314-057A-AD99-C2C6-F31001EE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02DF2-0BD4-C0B4-2C95-40542E1E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2C29E-3D88-5D06-75E0-BD6070EA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241FB-B974-ADDA-1FE7-BA849DAA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23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EB41E2-C88E-7488-BAD6-BAD105136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3C137-0824-F4EC-C880-C8E568CF7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7B481-5550-2CD5-AA5A-88210A0B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6E8C5-BFE3-624F-EBF1-054985FB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2E354-FD61-B410-4691-614FD45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84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B8FD55-A476-1524-23F9-888773F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AF6BE2-0CD6-FF82-3196-3E4987BE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B671A-EFE0-7B4B-D828-5EE4152F0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38AF1-FF45-4AF1-AEA9-0AA3EBC9476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00AC0-E78E-59E0-4FF8-A5AF4EDC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78712-2718-9195-89DA-011E444FE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8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22ADF-5EA2-1F1E-7A57-3D040942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ES" sz="4800" dirty="0">
                <a:solidFill>
                  <a:srgbClr val="FFFFFF"/>
                </a:solidFill>
              </a:rPr>
              <a:t>Desarrollo sistema RAG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7164F-BC27-5F0D-3C21-6DECCB69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S" dirty="0">
                <a:solidFill>
                  <a:srgbClr val="FFFFFF"/>
                </a:solidFill>
              </a:rPr>
              <a:t>Sofía Negueruela Avellaneda</a:t>
            </a:r>
          </a:p>
        </p:txBody>
      </p:sp>
    </p:spTree>
    <p:extLst>
      <p:ext uri="{BB962C8B-B14F-4D97-AF65-F5344CB8AC3E}">
        <p14:creationId xmlns:p14="http://schemas.microsoft.com/office/powerpoint/2010/main" val="29251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7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716728-8814-D95A-CB01-2FB8A139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¿</a:t>
            </a:r>
            <a:r>
              <a:rPr lang="en-US" sz="4000" err="1">
                <a:solidFill>
                  <a:srgbClr val="FFFFFF"/>
                </a:solidFill>
              </a:rPr>
              <a:t>Qué</a:t>
            </a:r>
            <a:r>
              <a:rPr lang="en-US" sz="4000">
                <a:solidFill>
                  <a:srgbClr val="FFFFFF"/>
                </a:solidFill>
              </a:rPr>
              <a:t> es un </a:t>
            </a:r>
            <a:r>
              <a:rPr lang="en-US" sz="4000" err="1">
                <a:solidFill>
                  <a:srgbClr val="FFFFFF"/>
                </a:solidFill>
              </a:rPr>
              <a:t>sistema</a:t>
            </a:r>
            <a:r>
              <a:rPr lang="en-US" sz="4000">
                <a:solidFill>
                  <a:srgbClr val="FFFFFF"/>
                </a:solidFill>
              </a:rPr>
              <a:t> RAG?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19076BD-3A9F-ED8E-0424-86E085840F64}"/>
              </a:ext>
            </a:extLst>
          </p:cNvPr>
          <p:cNvGrpSpPr/>
          <p:nvPr/>
        </p:nvGrpSpPr>
        <p:grpSpPr>
          <a:xfrm>
            <a:off x="1073624" y="2367234"/>
            <a:ext cx="10044752" cy="3776279"/>
            <a:chOff x="1073624" y="2515991"/>
            <a:chExt cx="10044752" cy="3776279"/>
          </a:xfrm>
        </p:grpSpPr>
        <p:pic>
          <p:nvPicPr>
            <p:cNvPr id="2050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514F60A3-66FB-4739-A6CE-F105CC31FF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073624" y="2515991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F058122-0ED0-A06D-74CC-4FFD9AD1E58F}"/>
                </a:ext>
              </a:extLst>
            </p:cNvPr>
            <p:cNvSpPr txBox="1"/>
            <p:nvPr/>
          </p:nvSpPr>
          <p:spPr>
            <a:xfrm>
              <a:off x="8607972" y="2678543"/>
              <a:ext cx="177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/>
                <a:t>Búsqueda híbrida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4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AFC2DC-0D2D-C2C1-8878-8DE5BF3A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Respuestas incompletas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9933722-A464-3E78-C98E-B24BF8D45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38"/>
          <a:stretch>
            <a:fillRect/>
          </a:stretch>
        </p:blipFill>
        <p:spPr>
          <a:xfrm>
            <a:off x="73261" y="1711463"/>
            <a:ext cx="6923283" cy="3938334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2A9D545-F71D-6B1B-6B3E-7EFF0FCB0EB7}"/>
              </a:ext>
            </a:extLst>
          </p:cNvPr>
          <p:cNvGrpSpPr/>
          <p:nvPr/>
        </p:nvGrpSpPr>
        <p:grpSpPr>
          <a:xfrm>
            <a:off x="8582639" y="95897"/>
            <a:ext cx="3238707" cy="1379114"/>
            <a:chOff x="1558533" y="1383562"/>
            <a:chExt cx="10044752" cy="3776279"/>
          </a:xfrm>
        </p:grpSpPr>
        <p:pic>
          <p:nvPicPr>
            <p:cNvPr id="5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BBD0094D-FCA4-C04B-1112-752BDDBC7E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558533" y="1383562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97E61BF-A0FF-4E5C-D558-1D3541702529}"/>
                </a:ext>
              </a:extLst>
            </p:cNvPr>
            <p:cNvSpPr/>
            <p:nvPr/>
          </p:nvSpPr>
          <p:spPr>
            <a:xfrm>
              <a:off x="6504812" y="1383562"/>
              <a:ext cx="5098473" cy="3776279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16031CA5-529E-02E5-F072-D01C4AC97E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15" t="349" r="473" b="-349"/>
          <a:stretch>
            <a:fillRect/>
          </a:stretch>
        </p:blipFill>
        <p:spPr>
          <a:xfrm>
            <a:off x="5170584" y="2571401"/>
            <a:ext cx="6923283" cy="419747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8264D17-28FE-4FD1-D7D1-D81B0C8A51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6432" y="1788477"/>
            <a:ext cx="6701426" cy="485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Panorámica</PresentationFormat>
  <Paragraphs>9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Desarrollo sistema RAG</vt:lpstr>
      <vt:lpstr>¿Qué es un sistema RAG?</vt:lpstr>
      <vt:lpstr>Respuestas incompletas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Negueruela Avellaneda</dc:creator>
  <cp:lastModifiedBy>Sofia Negueruela Avellaneda</cp:lastModifiedBy>
  <cp:revision>1</cp:revision>
  <dcterms:created xsi:type="dcterms:W3CDTF">2026-02-27T11:34:51Z</dcterms:created>
  <dcterms:modified xsi:type="dcterms:W3CDTF">2026-05-11T06:45:26Z</dcterms:modified>
</cp:coreProperties>
</file>