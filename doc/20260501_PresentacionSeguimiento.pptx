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7" r:id="rId4"/>
    <p:sldId id="262" r:id="rId5"/>
    <p:sldId id="259" r:id="rId6"/>
    <p:sldId id="257" r:id="rId7"/>
    <p:sldId id="268" r:id="rId8"/>
    <p:sldId id="258" r:id="rId9"/>
    <p:sldId id="269" r:id="rId10"/>
    <p:sldId id="271" r:id="rId11"/>
    <p:sldId id="270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 y objetivos" id="{890F5941-F27A-4ACB-911A-D7BFB584517A}">
          <p14:sldIdLst>
            <p14:sldId id="256"/>
            <p14:sldId id="261"/>
            <p14:sldId id="267"/>
            <p14:sldId id="262"/>
            <p14:sldId id="259"/>
          </p14:sldIdLst>
        </p14:section>
        <p14:section name="Diseño del sistema" id="{1F24B7CA-BA2C-43A9-A70B-F7FE77292776}">
          <p14:sldIdLst>
            <p14:sldId id="257"/>
            <p14:sldId id="268"/>
            <p14:sldId id="258"/>
            <p14:sldId id="269"/>
          </p14:sldIdLst>
        </p14:section>
        <p14:section name="Resultados y estado actual" id="{673AEFD9-50FE-4A82-A53B-85175633FD40}">
          <p14:sldIdLst>
            <p14:sldId id="271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8E9"/>
    <a:srgbClr val="8598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52669-2215-7CA9-6034-75CFA377393E}" v="25" dt="2026-05-01T16:41:00.520"/>
    <p1510:client id="{B8B30D3D-AB1C-4DCE-888A-F70CA2E70373}" v="96" dt="2026-05-01T16:20:45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02215473" userId="S::202215473_alu.comillas.edu#ext#@eygs.onmicrosoft.com::b5382c8f-da5c-495d-8c49-7856c24f4ddf" providerId="AD" clId="Web-{2FF52669-2215-7CA9-6034-75CFA377393E}"/>
    <pc:docChg chg="modSld sldOrd modMainMaster modSection">
      <pc:chgData name="202215473" userId="S::202215473_alu.comillas.edu#ext#@eygs.onmicrosoft.com::b5382c8f-da5c-495d-8c49-7856c24f4ddf" providerId="AD" clId="Web-{2FF52669-2215-7CA9-6034-75CFA377393E}" dt="2026-05-01T16:40:58.301" v="23" actId="20577"/>
      <pc:docMkLst>
        <pc:docMk/>
      </pc:docMkLst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292513249" sldId="256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1987742604" sldId="257"/>
        </pc:sldMkLst>
      </pc:sldChg>
      <pc:sldChg chg="addSp delSp modSp modTransition">
        <pc:chgData name="202215473" userId="S::202215473_alu.comillas.edu#ext#@eygs.onmicrosoft.com::b5382c8f-da5c-495d-8c49-7856c24f4ddf" providerId="AD" clId="Web-{2FF52669-2215-7CA9-6034-75CFA377393E}" dt="2026-05-01T16:39:43.410" v="21" actId="1076"/>
        <pc:sldMkLst>
          <pc:docMk/>
          <pc:sldMk cId="1030600834" sldId="258"/>
        </pc:sldMkLst>
        <pc:spChg chg="mod">
          <ac:chgData name="202215473" userId="S::202215473_alu.comillas.edu#ext#@eygs.onmicrosoft.com::b5382c8f-da5c-495d-8c49-7856c24f4ddf" providerId="AD" clId="Web-{2FF52669-2215-7CA9-6034-75CFA377393E}" dt="2026-05-01T16:39:14.925" v="13" actId="14100"/>
          <ac:spMkLst>
            <pc:docMk/>
            <pc:sldMk cId="1030600834" sldId="258"/>
            <ac:spMk id="9" creationId="{BC35D426-2849-E1D1-5EEA-0BA91FF1B4C1}"/>
          </ac:spMkLst>
        </pc:spChg>
        <pc:spChg chg="mod">
          <ac:chgData name="202215473" userId="S::202215473_alu.comillas.edu#ext#@eygs.onmicrosoft.com::b5382c8f-da5c-495d-8c49-7856c24f4ddf" providerId="AD" clId="Web-{2FF52669-2215-7CA9-6034-75CFA377393E}" dt="2026-05-01T16:39:43.410" v="21" actId="1076"/>
          <ac:spMkLst>
            <pc:docMk/>
            <pc:sldMk cId="1030600834" sldId="258"/>
            <ac:spMk id="15" creationId="{99BCC668-E9CE-F8DA-A032-5C947ADB68A2}"/>
          </ac:spMkLst>
        </pc:spChg>
        <pc:grpChg chg="del mod">
          <ac:chgData name="202215473" userId="S::202215473_alu.comillas.edu#ext#@eygs.onmicrosoft.com::b5382c8f-da5c-495d-8c49-7856c24f4ddf" providerId="AD" clId="Web-{2FF52669-2215-7CA9-6034-75CFA377393E}" dt="2026-05-01T16:39:17.894" v="16"/>
          <ac:grpSpMkLst>
            <pc:docMk/>
            <pc:sldMk cId="1030600834" sldId="258"/>
            <ac:grpSpMk id="3" creationId="{A84F1938-5F29-E4E8-1F16-08E2E7A0A9B4}"/>
          </ac:grpSpMkLst>
        </pc:grpChg>
        <pc:grpChg chg="add del">
          <ac:chgData name="202215473" userId="S::202215473_alu.comillas.edu#ext#@eygs.onmicrosoft.com::b5382c8f-da5c-495d-8c49-7856c24f4ddf" providerId="AD" clId="Web-{2FF52669-2215-7CA9-6034-75CFA377393E}" dt="2026-05-01T16:39:15.425" v="14"/>
          <ac:grpSpMkLst>
            <pc:docMk/>
            <pc:sldMk cId="1030600834" sldId="258"/>
            <ac:grpSpMk id="11" creationId="{DF062792-067E-70AA-7FE0-35CD19662447}"/>
          </ac:grpSpMkLst>
        </pc:grpChg>
        <pc:grpChg chg="add">
          <ac:chgData name="202215473" userId="S::202215473_alu.comillas.edu#ext#@eygs.onmicrosoft.com::b5382c8f-da5c-495d-8c49-7856c24f4ddf" providerId="AD" clId="Web-{2FF52669-2215-7CA9-6034-75CFA377393E}" dt="2026-05-01T16:39:19.441" v="17"/>
          <ac:grpSpMkLst>
            <pc:docMk/>
            <pc:sldMk cId="1030600834" sldId="258"/>
            <ac:grpSpMk id="16" creationId="{05FE147B-22CC-1983-7A3A-07C435A89671}"/>
          </ac:grpSpMkLst>
        </pc:grpChg>
      </pc:sldChg>
      <pc:sldChg chg="mod modTransition modShow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425261687" sldId="259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2168037090" sldId="261"/>
        </pc:sldMkLst>
      </pc:sldChg>
      <pc:sldChg chg="mod ord modTransition modShow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2728812356" sldId="262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1702550509" sldId="267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3983776421" sldId="268"/>
        </pc:sldMkLst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83607501" sldId="269"/>
        </pc:sldMkLst>
      </pc:sldChg>
      <pc:sldChg chg="modSp modTransition">
        <pc:chgData name="202215473" userId="S::202215473_alu.comillas.edu#ext#@eygs.onmicrosoft.com::b5382c8f-da5c-495d-8c49-7856c24f4ddf" providerId="AD" clId="Web-{2FF52669-2215-7CA9-6034-75CFA377393E}" dt="2026-05-01T16:40:58.301" v="23" actId="20577"/>
        <pc:sldMkLst>
          <pc:docMk/>
          <pc:sldMk cId="540189340" sldId="270"/>
        </pc:sldMkLst>
        <pc:spChg chg="mod">
          <ac:chgData name="202215473" userId="S::202215473_alu.comillas.edu#ext#@eygs.onmicrosoft.com::b5382c8f-da5c-495d-8c49-7856c24f4ddf" providerId="AD" clId="Web-{2FF52669-2215-7CA9-6034-75CFA377393E}" dt="2026-05-01T16:40:58.301" v="23" actId="20577"/>
          <ac:spMkLst>
            <pc:docMk/>
            <pc:sldMk cId="540189340" sldId="270"/>
            <ac:spMk id="2" creationId="{E98E98ED-E692-EEC6-40A0-9AD9A3FC76C0}"/>
          </ac:spMkLst>
        </pc:spChg>
      </pc:sldChg>
      <pc:sldChg chg="modTransition">
        <pc:chgData name="202215473" userId="S::202215473_alu.comillas.edu#ext#@eygs.onmicrosoft.com::b5382c8f-da5c-495d-8c49-7856c24f4ddf" providerId="AD" clId="Web-{2FF52669-2215-7CA9-6034-75CFA377393E}" dt="2026-05-01T16:38:07.394" v="8"/>
        <pc:sldMkLst>
          <pc:docMk/>
          <pc:sldMk cId="3353326479" sldId="271"/>
        </pc:sldMkLst>
      </pc:sldChg>
      <pc:sldMasterChg chg="modTransition modSldLayout">
        <pc:chgData name="202215473" userId="S::202215473_alu.comillas.edu#ext#@eygs.onmicrosoft.com::b5382c8f-da5c-495d-8c49-7856c24f4ddf" providerId="AD" clId="Web-{2FF52669-2215-7CA9-6034-75CFA377393E}" dt="2026-05-01T16:38:07.394" v="8"/>
        <pc:sldMasterMkLst>
          <pc:docMk/>
          <pc:sldMasterMk cId="3825838310" sldId="2147483648"/>
        </pc:sldMasterMkLst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432199224" sldId="2147483649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943837827" sldId="2147483650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2888338054" sldId="2147483651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582474062" sldId="2147483652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1435574051" sldId="2147483653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2734624506" sldId="2147483654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503724725" sldId="2147483655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969978037" sldId="2147483656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3350314680" sldId="2147483657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2817233306" sldId="2147483658"/>
          </pc:sldLayoutMkLst>
        </pc:sldLayoutChg>
        <pc:sldLayoutChg chg="modTransition">
          <pc:chgData name="202215473" userId="S::202215473_alu.comillas.edu#ext#@eygs.onmicrosoft.com::b5382c8f-da5c-495d-8c49-7856c24f4ddf" providerId="AD" clId="Web-{2FF52669-2215-7CA9-6034-75CFA377393E}" dt="2026-05-01T16:38:07.394" v="8"/>
          <pc:sldLayoutMkLst>
            <pc:docMk/>
            <pc:sldMasterMk cId="3825838310" sldId="2147483648"/>
            <pc:sldLayoutMk cId="690844294" sldId="2147483659"/>
          </pc:sldLayoutMkLst>
        </pc:sldLayoutChg>
      </pc:sldMasterChg>
    </pc:docChg>
  </pc:docChgLst>
  <pc:docChgLst>
    <pc:chgData name="Sofia Negueruela Avellaneda" userId="1355ce59-2ee3-4584-b6f2-c7e4b99958aa" providerId="ADAL" clId="{75AA7C8B-0E1E-45F8-BB8D-1CDD06E81B9F}"/>
    <pc:docChg chg="undo redo custSel addSld delSld modSld sldOrd modMainMaster addSection modSection">
      <pc:chgData name="Sofia Negueruela Avellaneda" userId="1355ce59-2ee3-4584-b6f2-c7e4b99958aa" providerId="ADAL" clId="{75AA7C8B-0E1E-45F8-BB8D-1CDD06E81B9F}" dt="2026-05-01T16:20:42.423" v="3324" actId="14100"/>
      <pc:docMkLst>
        <pc:docMk/>
      </pc:docMkLst>
      <pc:sldChg chg="addSp delSp modSp new mod ord modTransition setBg addAnim modAnim">
        <pc:chgData name="Sofia Negueruela Avellaneda" userId="1355ce59-2ee3-4584-b6f2-c7e4b99958aa" providerId="ADAL" clId="{75AA7C8B-0E1E-45F8-BB8D-1CDD06E81B9F}" dt="2026-05-01T16:15:41.850" v="3322"/>
        <pc:sldMkLst>
          <pc:docMk/>
          <pc:sldMk cId="292513249" sldId="256"/>
        </pc:sldMkLst>
        <pc:spChg chg="mod">
          <ac:chgData name="Sofia Negueruela Avellaneda" userId="1355ce59-2ee3-4584-b6f2-c7e4b99958aa" providerId="ADAL" clId="{75AA7C8B-0E1E-45F8-BB8D-1CDD06E81B9F}" dt="2026-04-17T16:17:53.684" v="2315" actId="20577"/>
          <ac:spMkLst>
            <pc:docMk/>
            <pc:sldMk cId="292513249" sldId="256"/>
            <ac:spMk id="3" creationId="{AE57164F-BC27-5F0D-3C21-6DECCB699AA1}"/>
          </ac:spMkLst>
        </pc:spChg>
      </pc:sldChg>
      <pc:sldChg chg="addSp delSp modSp mod ord modTransition modShow modNotesTx">
        <pc:chgData name="Sofia Negueruela Avellaneda" userId="1355ce59-2ee3-4584-b6f2-c7e4b99958aa" providerId="ADAL" clId="{75AA7C8B-0E1E-45F8-BB8D-1CDD06E81B9F}" dt="2026-05-01T15:42:33.537" v="3301"/>
        <pc:sldMkLst>
          <pc:docMk/>
          <pc:sldMk cId="1987742604" sldId="257"/>
        </pc:sldMkLst>
        <pc:spChg chg="mod">
          <ac:chgData name="Sofia Negueruela Avellaneda" userId="1355ce59-2ee3-4584-b6f2-c7e4b99958aa" providerId="ADAL" clId="{75AA7C8B-0E1E-45F8-BB8D-1CDD06E81B9F}" dt="2026-04-17T21:18:42.076" v="2468"/>
          <ac:spMkLst>
            <pc:docMk/>
            <pc:sldMk cId="1987742604" sldId="257"/>
            <ac:spMk id="3" creationId="{4F058122-0ED0-A06D-74CC-4FFD9AD1E58F}"/>
          </ac:spMkLst>
        </pc:spChg>
        <pc:grpChg chg="add mod">
          <ac:chgData name="Sofia Negueruela Avellaneda" userId="1355ce59-2ee3-4584-b6f2-c7e4b99958aa" providerId="ADAL" clId="{75AA7C8B-0E1E-45F8-BB8D-1CDD06E81B9F}" dt="2026-04-17T21:18:42.076" v="2468"/>
          <ac:grpSpMkLst>
            <pc:docMk/>
            <pc:sldMk cId="1987742604" sldId="257"/>
            <ac:grpSpMk id="4" creationId="{219076BD-3A9F-ED8E-0424-86E085840F64}"/>
          </ac:grpSpMkLst>
        </pc:grpChg>
        <pc:picChg chg="mod">
          <ac:chgData name="Sofia Negueruela Avellaneda" userId="1355ce59-2ee3-4584-b6f2-c7e4b99958aa" providerId="ADAL" clId="{75AA7C8B-0E1E-45F8-BB8D-1CDD06E81B9F}" dt="2026-04-17T21:18:42.076" v="2468"/>
          <ac:picMkLst>
            <pc:docMk/>
            <pc:sldMk cId="1987742604" sldId="257"/>
            <ac:picMk id="2050" creationId="{514F60A3-66FB-4739-A6CE-F105CC31FF95}"/>
          </ac:picMkLst>
        </pc:picChg>
      </pc:sldChg>
      <pc:sldChg chg="addSp delSp modSp mod modTransition modAnim modNotesTx">
        <pc:chgData name="Sofia Negueruela Avellaneda" userId="1355ce59-2ee3-4584-b6f2-c7e4b99958aa" providerId="ADAL" clId="{75AA7C8B-0E1E-45F8-BB8D-1CDD06E81B9F}" dt="2026-05-01T15:53:55.230" v="3320" actId="20577"/>
        <pc:sldMkLst>
          <pc:docMk/>
          <pc:sldMk cId="1030600834" sldId="258"/>
        </pc:sldMkLst>
        <pc:spChg chg="mod">
          <ac:chgData name="Sofia Negueruela Avellaneda" userId="1355ce59-2ee3-4584-b6f2-c7e4b99958aa" providerId="ADAL" clId="{75AA7C8B-0E1E-45F8-BB8D-1CDD06E81B9F}" dt="2026-05-01T15:25:21.767" v="3253" actId="26606"/>
          <ac:spMkLst>
            <pc:docMk/>
            <pc:sldMk cId="1030600834" sldId="258"/>
            <ac:spMk id="2" creationId="{4B14B4BB-8D41-B024-CD71-9A851A36C83B}"/>
          </ac:spMkLst>
        </pc:spChg>
        <pc:spChg chg="mod">
          <ac:chgData name="Sofia Negueruela Avellaneda" userId="1355ce59-2ee3-4584-b6f2-c7e4b99958aa" providerId="ADAL" clId="{75AA7C8B-0E1E-45F8-BB8D-1CDD06E81B9F}" dt="2026-05-01T15:25:31.707" v="3256" actId="1076"/>
          <ac:spMkLst>
            <pc:docMk/>
            <pc:sldMk cId="1030600834" sldId="258"/>
            <ac:spMk id="5" creationId="{11AD7941-D8EB-312A-E295-625E314CABF5}"/>
          </ac:spMkLst>
        </pc:spChg>
        <pc:spChg chg="add del mod">
          <ac:chgData name="Sofia Negueruela Avellaneda" userId="1355ce59-2ee3-4584-b6f2-c7e4b99958aa" providerId="ADAL" clId="{75AA7C8B-0E1E-45F8-BB8D-1CDD06E81B9F}" dt="2026-05-01T15:25:00.307" v="3249" actId="931"/>
          <ac:spMkLst>
            <pc:docMk/>
            <pc:sldMk cId="1030600834" sldId="258"/>
            <ac:spMk id="7" creationId="{1DDCEBD5-515E-C525-00A4-39F656184B2C}"/>
          </ac:spMkLst>
        </pc:spChg>
        <pc:spChg chg="del">
          <ac:chgData name="Sofia Negueruela Avellaneda" userId="1355ce59-2ee3-4584-b6f2-c7e4b99958aa" providerId="ADAL" clId="{75AA7C8B-0E1E-45F8-BB8D-1CDD06E81B9F}" dt="2026-05-01T15:25:21.767" v="3253" actId="26606"/>
          <ac:spMkLst>
            <pc:docMk/>
            <pc:sldMk cId="1030600834" sldId="258"/>
            <ac:spMk id="2064" creationId="{C681C32C-7AFC-4BB3-9088-65CBDFC5D1C2}"/>
          </ac:spMkLst>
        </pc:spChg>
        <pc:spChg chg="del">
          <ac:chgData name="Sofia Negueruela Avellaneda" userId="1355ce59-2ee3-4584-b6f2-c7e4b99958aa" providerId="ADAL" clId="{75AA7C8B-0E1E-45F8-BB8D-1CDD06E81B9F}" dt="2026-05-01T15:25:21.767" v="3253" actId="26606"/>
          <ac:spMkLst>
            <pc:docMk/>
            <pc:sldMk cId="1030600834" sldId="258"/>
            <ac:spMk id="2066" creationId="{199C0ED0-69DE-4C31-A5CF-E2A46FD30226}"/>
          </ac:spMkLst>
        </pc:spChg>
        <pc:spChg chg="del">
          <ac:chgData name="Sofia Negueruela Avellaneda" userId="1355ce59-2ee3-4584-b6f2-c7e4b99958aa" providerId="ADAL" clId="{75AA7C8B-0E1E-45F8-BB8D-1CDD06E81B9F}" dt="2026-05-01T15:25:21.767" v="3253" actId="26606"/>
          <ac:spMkLst>
            <pc:docMk/>
            <pc:sldMk cId="1030600834" sldId="258"/>
            <ac:spMk id="2068" creationId="{8D42B8BD-40AF-488E-8A79-D7256C917229}"/>
          </ac:spMkLst>
        </pc:spChg>
        <pc:spChg chg="add del">
          <ac:chgData name="Sofia Negueruela Avellaneda" userId="1355ce59-2ee3-4584-b6f2-c7e4b99958aa" providerId="ADAL" clId="{75AA7C8B-0E1E-45F8-BB8D-1CDD06E81B9F}" dt="2026-05-01T15:25:35.752" v="3257" actId="478"/>
          <ac:spMkLst>
            <pc:docMk/>
            <pc:sldMk cId="1030600834" sldId="258"/>
            <ac:spMk id="2072" creationId="{30E60FBE-7BCD-C4B1-6010-00AAA9FAE3EE}"/>
          </ac:spMkLst>
        </pc:spChg>
        <pc:spChg chg="add">
          <ac:chgData name="Sofia Negueruela Avellaneda" userId="1355ce59-2ee3-4584-b6f2-c7e4b99958aa" providerId="ADAL" clId="{75AA7C8B-0E1E-45F8-BB8D-1CDD06E81B9F}" dt="2026-05-01T15:25:21.767" v="3253" actId="26606"/>
          <ac:spMkLst>
            <pc:docMk/>
            <pc:sldMk cId="1030600834" sldId="258"/>
            <ac:spMk id="2075" creationId="{B712E947-0734-45F9-9C4F-41114EC3A33E}"/>
          </ac:spMkLst>
        </pc:spChg>
        <pc:grpChg chg="add mod">
          <ac:chgData name="Sofia Negueruela Avellaneda" userId="1355ce59-2ee3-4584-b6f2-c7e4b99958aa" providerId="ADAL" clId="{75AA7C8B-0E1E-45F8-BB8D-1CDD06E81B9F}" dt="2026-05-01T15:25:31.707" v="3256" actId="1076"/>
          <ac:grpSpMkLst>
            <pc:docMk/>
            <pc:sldMk cId="1030600834" sldId="258"/>
            <ac:grpSpMk id="3" creationId="{A84F1938-5F29-E4E8-1F16-08E2E7A0A9B4}"/>
          </ac:grpSpMkLst>
        </pc:grpChg>
        <pc:grpChg chg="add">
          <ac:chgData name="Sofia Negueruela Avellaneda" userId="1355ce59-2ee3-4584-b6f2-c7e4b99958aa" providerId="ADAL" clId="{75AA7C8B-0E1E-45F8-BB8D-1CDD06E81B9F}" dt="2026-05-01T15:25:21.767" v="3253" actId="26606"/>
          <ac:grpSpMkLst>
            <pc:docMk/>
            <pc:sldMk cId="1030600834" sldId="258"/>
            <ac:grpSpMk id="2077" creationId="{12B3290A-D3BF-4B87-B55B-FD9A98B49727}"/>
          </ac:grpSpMkLst>
        </pc:grpChg>
        <pc:picChg chg="mod">
          <ac:chgData name="Sofia Negueruela Avellaneda" userId="1355ce59-2ee3-4584-b6f2-c7e4b99958aa" providerId="ADAL" clId="{75AA7C8B-0E1E-45F8-BB8D-1CDD06E81B9F}" dt="2026-05-01T15:25:31.707" v="3256" actId="1076"/>
          <ac:picMkLst>
            <pc:docMk/>
            <pc:sldMk cId="1030600834" sldId="258"/>
            <ac:picMk id="4" creationId="{5FAC26BA-C789-4EDA-DBD8-CC3293BE31E7}"/>
          </ac:picMkLst>
        </pc:picChg>
        <pc:picChg chg="add mod ord">
          <ac:chgData name="Sofia Negueruela Avellaneda" userId="1355ce59-2ee3-4584-b6f2-c7e4b99958aa" providerId="ADAL" clId="{75AA7C8B-0E1E-45F8-BB8D-1CDD06E81B9F}" dt="2026-05-01T15:25:42.828" v="3259" actId="1076"/>
          <ac:picMkLst>
            <pc:docMk/>
            <pc:sldMk cId="1030600834" sldId="258"/>
            <ac:picMk id="8" creationId="{C706B4FA-D5A1-44D0-DDB3-E0EDA1D5CA8D}"/>
          </ac:picMkLst>
        </pc:picChg>
        <pc:picChg chg="add mod">
          <ac:chgData name="Sofia Negueruela Avellaneda" userId="1355ce59-2ee3-4584-b6f2-c7e4b99958aa" providerId="ADAL" clId="{75AA7C8B-0E1E-45F8-BB8D-1CDD06E81B9F}" dt="2026-05-01T15:34:47.368" v="3285" actId="1076"/>
          <ac:picMkLst>
            <pc:docMk/>
            <pc:sldMk cId="1030600834" sldId="258"/>
            <ac:picMk id="10" creationId="{D676A4FB-FE4D-46E0-BBDF-A6787CA0A520}"/>
          </ac:picMkLst>
        </pc:picChg>
        <pc:picChg chg="add mod modCrop">
          <ac:chgData name="Sofia Negueruela Avellaneda" userId="1355ce59-2ee3-4584-b6f2-c7e4b99958aa" providerId="ADAL" clId="{75AA7C8B-0E1E-45F8-BB8D-1CDD06E81B9F}" dt="2026-05-01T15:34:38.431" v="3282" actId="14100"/>
          <ac:picMkLst>
            <pc:docMk/>
            <pc:sldMk cId="1030600834" sldId="258"/>
            <ac:picMk id="12" creationId="{71467DAB-6CD8-3EBE-D7B5-9CC5AE461692}"/>
          </ac:picMkLst>
        </pc:picChg>
      </pc:sldChg>
      <pc:sldChg chg="mod ord modTransition modShow">
        <pc:chgData name="Sofia Negueruela Avellaneda" userId="1355ce59-2ee3-4584-b6f2-c7e4b99958aa" providerId="ADAL" clId="{75AA7C8B-0E1E-45F8-BB8D-1CDD06E81B9F}" dt="2026-05-01T15:42:33.537" v="3301"/>
        <pc:sldMkLst>
          <pc:docMk/>
          <pc:sldMk cId="425261687" sldId="259"/>
        </pc:sldMkLst>
      </pc:sldChg>
      <pc:sldChg chg="mod ord modTransition modShow">
        <pc:chgData name="Sofia Negueruela Avellaneda" userId="1355ce59-2ee3-4584-b6f2-c7e4b99958aa" providerId="ADAL" clId="{75AA7C8B-0E1E-45F8-BB8D-1CDD06E81B9F}" dt="2026-05-01T15:42:33.537" v="3301"/>
        <pc:sldMkLst>
          <pc:docMk/>
          <pc:sldMk cId="2168037090" sldId="261"/>
        </pc:sldMkLst>
      </pc:sldChg>
      <pc:sldChg chg="mod ord modTransition modShow">
        <pc:chgData name="Sofia Negueruela Avellaneda" userId="1355ce59-2ee3-4584-b6f2-c7e4b99958aa" providerId="ADAL" clId="{75AA7C8B-0E1E-45F8-BB8D-1CDD06E81B9F}" dt="2026-05-01T15:42:33.537" v="3301"/>
        <pc:sldMkLst>
          <pc:docMk/>
          <pc:sldMk cId="2728812356" sldId="262"/>
        </pc:sldMkLst>
      </pc:sldChg>
      <pc:sldChg chg="addSp delSp modSp new add del mod modTransition setBg">
        <pc:chgData name="Sofia Negueruela Avellaneda" userId="1355ce59-2ee3-4584-b6f2-c7e4b99958aa" providerId="ADAL" clId="{75AA7C8B-0E1E-45F8-BB8D-1CDD06E81B9F}" dt="2026-05-01T16:20:42.423" v="3324" actId="14100"/>
        <pc:sldMkLst>
          <pc:docMk/>
          <pc:sldMk cId="1702550509" sldId="267"/>
        </pc:sldMkLst>
        <pc:spChg chg="mod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2" creationId="{5BAA0753-A72B-EF0E-1B34-E817633111D7}"/>
          </ac:spMkLst>
        </pc:spChg>
        <pc:spChg chg="mod">
          <ac:chgData name="Sofia Negueruela Avellaneda" userId="1355ce59-2ee3-4584-b6f2-c7e4b99958aa" providerId="ADAL" clId="{75AA7C8B-0E1E-45F8-BB8D-1CDD06E81B9F}" dt="2026-05-01T16:20:42.423" v="3324" actId="14100"/>
          <ac:spMkLst>
            <pc:docMk/>
            <pc:sldMk cId="1702550509" sldId="267"/>
            <ac:spMk id="3" creationId="{D9638013-4CD0-0C00-ACF3-DC51DCA25D32}"/>
          </ac:spMkLst>
        </pc:spChg>
        <pc:spChg chg="add del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8" creationId="{70DFC902-7D23-471A-B557-B6B6917D7A0D}"/>
          </ac:spMkLst>
        </pc:spChg>
        <pc:spChg chg="add del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10" creationId="{A55D5633-D557-4DCA-982C-FF36EB7A1C00}"/>
          </ac:spMkLst>
        </pc:spChg>
        <pc:spChg chg="add del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12" creationId="{450D3AD2-FA80-415F-A9CE-54D884561CD7}"/>
          </ac:spMkLst>
        </pc:spChg>
        <pc:spChg chg="add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17" creationId="{1B15ED52-F352-441B-82BF-E0EA34836D08}"/>
          </ac:spMkLst>
        </pc:spChg>
        <pc:spChg chg="add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19" creationId="{3B2E3793-BFE6-45A2-9B7B-E18844431C99}"/>
          </ac:spMkLst>
        </pc:spChg>
        <pc:spChg chg="add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21" creationId="{BC4C4868-CB8F-4AF9-9CDB-8108F2C19B67}"/>
          </ac:spMkLst>
        </pc:spChg>
        <pc:spChg chg="add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23" creationId="{375E0459-6403-40CD-989D-56A4407CA12E}"/>
          </ac:spMkLst>
        </pc:spChg>
        <pc:spChg chg="add">
          <ac:chgData name="Sofia Negueruela Avellaneda" userId="1355ce59-2ee3-4584-b6f2-c7e4b99958aa" providerId="ADAL" clId="{75AA7C8B-0E1E-45F8-BB8D-1CDD06E81B9F}" dt="2026-05-01T15:43:16.100" v="3303" actId="26606"/>
          <ac:spMkLst>
            <pc:docMk/>
            <pc:sldMk cId="1702550509" sldId="267"/>
            <ac:spMk id="25" creationId="{53E5B1A8-3AC9-4BD1-9BBC-78CA94F2D1BA}"/>
          </ac:spMkLst>
        </pc:spChg>
      </pc:sldChg>
      <pc:sldChg chg="addSp delSp modSp new mod ord modTransition setBg delAnim modAnim">
        <pc:chgData name="Sofia Negueruela Avellaneda" userId="1355ce59-2ee3-4584-b6f2-c7e4b99958aa" providerId="ADAL" clId="{75AA7C8B-0E1E-45F8-BB8D-1CDD06E81B9F}" dt="2026-05-01T15:49:34.616" v="3307" actId="14826"/>
        <pc:sldMkLst>
          <pc:docMk/>
          <pc:sldMk cId="3983776421" sldId="268"/>
        </pc:sldMkLst>
        <pc:spChg chg="mod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" creationId="{86AFC2DC-0D2D-C2C1-8878-8DE5BF3A79E6}"/>
          </ac:spMkLst>
        </pc:spChg>
        <pc:spChg chg="del">
          <ac:chgData name="Sofia Negueruela Avellaneda" userId="1355ce59-2ee3-4584-b6f2-c7e4b99958aa" providerId="ADAL" clId="{75AA7C8B-0E1E-45F8-BB8D-1CDD06E81B9F}" dt="2026-05-01T14:51:04.236" v="3051" actId="478"/>
          <ac:spMkLst>
            <pc:docMk/>
            <pc:sldMk cId="3983776421" sldId="268"/>
            <ac:spMk id="3" creationId="{1D49EEBB-C3EE-2FC3-F6EF-7ADC34116D96}"/>
          </ac:spMkLst>
        </pc:spChg>
        <pc:spChg chg="del mod">
          <ac:chgData name="Sofia Negueruela Avellaneda" userId="1355ce59-2ee3-4584-b6f2-c7e4b99958aa" providerId="ADAL" clId="{75AA7C8B-0E1E-45F8-BB8D-1CDD06E81B9F}" dt="2026-05-01T14:48:52.253" v="3028" actId="478"/>
          <ac:spMkLst>
            <pc:docMk/>
            <pc:sldMk cId="3983776421" sldId="268"/>
            <ac:spMk id="6" creationId="{1F40D3AD-D708-BA37-507A-009EAE402B33}"/>
          </ac:spMkLst>
        </pc:spChg>
        <pc:spChg chg="add mod">
          <ac:chgData name="Sofia Negueruela Avellaneda" userId="1355ce59-2ee3-4584-b6f2-c7e4b99958aa" providerId="ADAL" clId="{75AA7C8B-0E1E-45F8-BB8D-1CDD06E81B9F}" dt="2026-05-01T14:53:49.993" v="3107" actId="1038"/>
          <ac:spMkLst>
            <pc:docMk/>
            <pc:sldMk cId="3983776421" sldId="268"/>
            <ac:spMk id="7" creationId="{597E61BF-A0FF-4E5C-D558-1D3541702529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19" creationId="{9CB95732-565A-4D2C-A3AB-CC460C0D3826}"/>
          </ac:spMkLst>
        </pc:spChg>
        <pc:spChg chg="add mod">
          <ac:chgData name="Sofia Negueruela Avellaneda" userId="1355ce59-2ee3-4584-b6f2-c7e4b99958aa" providerId="ADAL" clId="{75AA7C8B-0E1E-45F8-BB8D-1CDD06E81B9F}" dt="2026-05-01T15:22:22.236" v="3231" actId="14100"/>
          <ac:spMkLst>
            <pc:docMk/>
            <pc:sldMk cId="3983776421" sldId="268"/>
            <ac:spMk id="20" creationId="{C11AA05C-0800-4F29-31D3-3F8CFBD4FF90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1" creationId="{E19B653C-798C-4333-8452-3DF3AE3C1D11}"/>
          </ac:spMkLst>
        </pc:spChg>
        <pc:spChg chg="add mod">
          <ac:chgData name="Sofia Negueruela Avellaneda" userId="1355ce59-2ee3-4584-b6f2-c7e4b99958aa" providerId="ADAL" clId="{75AA7C8B-0E1E-45F8-BB8D-1CDD06E81B9F}" dt="2026-05-01T15:22:11.685" v="3230" actId="14100"/>
          <ac:spMkLst>
            <pc:docMk/>
            <pc:sldMk cId="3983776421" sldId="268"/>
            <ac:spMk id="22" creationId="{A616BFA7-25D3-F0B3-ED29-E135338D2FD3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3" creationId="{0FE50278-E2EC-42B2-A1F1-921DD39901C4}"/>
          </ac:spMkLst>
        </pc:spChg>
        <pc:spChg chg="add del">
          <ac:chgData name="Sofia Negueruela Avellaneda" userId="1355ce59-2ee3-4584-b6f2-c7e4b99958aa" providerId="ADAL" clId="{75AA7C8B-0E1E-45F8-BB8D-1CDD06E81B9F}" dt="2026-05-01T14:53:45.934" v="3103" actId="26606"/>
          <ac:spMkLst>
            <pc:docMk/>
            <pc:sldMk cId="3983776421" sldId="268"/>
            <ac:spMk id="25" creationId="{1236153F-0DB4-40DD-87C6-B40C1B7E282C}"/>
          </ac:spMkLst>
        </pc:spChg>
        <pc:grpChg chg="add del mod">
          <ac:chgData name="Sofia Negueruela Avellaneda" userId="1355ce59-2ee3-4584-b6f2-c7e4b99958aa" providerId="ADAL" clId="{75AA7C8B-0E1E-45F8-BB8D-1CDD06E81B9F}" dt="2026-05-01T14:48:52.253" v="3028" actId="478"/>
          <ac:grpSpMkLst>
            <pc:docMk/>
            <pc:sldMk cId="3983776421" sldId="268"/>
            <ac:grpSpMk id="4" creationId="{C602366B-9C3C-3F50-171E-5E542A1E0678}"/>
          </ac:grpSpMkLst>
        </pc:grpChg>
        <pc:grpChg chg="add mod ord">
          <ac:chgData name="Sofia Negueruela Avellaneda" userId="1355ce59-2ee3-4584-b6f2-c7e4b99958aa" providerId="ADAL" clId="{75AA7C8B-0E1E-45F8-BB8D-1CDD06E81B9F}" dt="2026-05-01T14:53:49.993" v="3107" actId="1038"/>
          <ac:grpSpMkLst>
            <pc:docMk/>
            <pc:sldMk cId="3983776421" sldId="268"/>
            <ac:grpSpMk id="8" creationId="{62A9D545-F71D-6B1B-6B3E-7EFF0FCB0EB7}"/>
          </ac:grpSpMkLst>
        </pc:grpChg>
        <pc:grpChg chg="add del mod">
          <ac:chgData name="Sofia Negueruela Avellaneda" userId="1355ce59-2ee3-4584-b6f2-c7e4b99958aa" providerId="ADAL" clId="{75AA7C8B-0E1E-45F8-BB8D-1CDD06E81B9F}" dt="2026-05-01T15:28:40.432" v="3260" actId="478"/>
          <ac:grpSpMkLst>
            <pc:docMk/>
            <pc:sldMk cId="3983776421" sldId="268"/>
            <ac:grpSpMk id="24" creationId="{F7E1B5A8-DDD1-AEC3-5565-4588517511D9}"/>
          </ac:grpSpMkLst>
        </pc:grpChg>
        <pc:picChg chg="mod">
          <ac:chgData name="Sofia Negueruela Avellaneda" userId="1355ce59-2ee3-4584-b6f2-c7e4b99958aa" providerId="ADAL" clId="{75AA7C8B-0E1E-45F8-BB8D-1CDD06E81B9F}" dt="2026-05-01T14:53:49.993" v="3107" actId="1038"/>
          <ac:picMkLst>
            <pc:docMk/>
            <pc:sldMk cId="3983776421" sldId="268"/>
            <ac:picMk id="5" creationId="{BBD0094D-FCA4-C04B-1112-752BDDBC7E73}"/>
          </ac:picMkLst>
        </pc:picChg>
        <pc:picChg chg="add del mod">
          <ac:chgData name="Sofia Negueruela Avellaneda" userId="1355ce59-2ee3-4584-b6f2-c7e4b99958aa" providerId="ADAL" clId="{75AA7C8B-0E1E-45F8-BB8D-1CDD06E81B9F}" dt="2026-05-01T14:51:31.106" v="3055" actId="478"/>
          <ac:picMkLst>
            <pc:docMk/>
            <pc:sldMk cId="3983776421" sldId="268"/>
            <ac:picMk id="10" creationId="{78C6A933-1226-7B12-1E6C-821D9186D62A}"/>
          </ac:picMkLst>
        </pc:picChg>
        <pc:picChg chg="add mod ord modCrop">
          <ac:chgData name="Sofia Negueruela Avellaneda" userId="1355ce59-2ee3-4584-b6f2-c7e4b99958aa" providerId="ADAL" clId="{75AA7C8B-0E1E-45F8-BB8D-1CDD06E81B9F}" dt="2026-05-01T14:55:11.551" v="3142" actId="1037"/>
          <ac:picMkLst>
            <pc:docMk/>
            <pc:sldMk cId="3983776421" sldId="268"/>
            <ac:picMk id="12" creationId="{79933722-A464-3E78-C98E-B24BF8D45858}"/>
          </ac:picMkLst>
        </pc:picChg>
        <pc:picChg chg="add del mod modCrop">
          <ac:chgData name="Sofia Negueruela Avellaneda" userId="1355ce59-2ee3-4584-b6f2-c7e4b99958aa" providerId="ADAL" clId="{75AA7C8B-0E1E-45F8-BB8D-1CDD06E81B9F}" dt="2026-05-01T14:54:19.169" v="3118" actId="21"/>
          <ac:picMkLst>
            <pc:docMk/>
            <pc:sldMk cId="3983776421" sldId="268"/>
            <ac:picMk id="14" creationId="{16031CA5-529E-02E5-F072-D01C4AC97EBE}"/>
          </ac:picMkLst>
        </pc:picChg>
        <pc:picChg chg="add mod">
          <ac:chgData name="Sofia Negueruela Avellaneda" userId="1355ce59-2ee3-4584-b6f2-c7e4b99958aa" providerId="ADAL" clId="{75AA7C8B-0E1E-45F8-BB8D-1CDD06E81B9F}" dt="2026-05-01T14:55:04.290" v="3139" actId="14100"/>
          <ac:picMkLst>
            <pc:docMk/>
            <pc:sldMk cId="3983776421" sldId="268"/>
            <ac:picMk id="15" creationId="{16031CA5-529E-02E5-F072-D01C4AC97EBE}"/>
          </ac:picMkLst>
        </pc:picChg>
        <pc:picChg chg="add del mod modCrop">
          <ac:chgData name="Sofia Negueruela Avellaneda" userId="1355ce59-2ee3-4584-b6f2-c7e4b99958aa" providerId="ADAL" clId="{75AA7C8B-0E1E-45F8-BB8D-1CDD06E81B9F}" dt="2026-05-01T15:28:40.432" v="3260" actId="478"/>
          <ac:picMkLst>
            <pc:docMk/>
            <pc:sldMk cId="3983776421" sldId="268"/>
            <ac:picMk id="17" creationId="{39FB568C-6C5F-64C9-9F2C-FCFD8C134FC0}"/>
          </ac:picMkLst>
        </pc:picChg>
        <pc:picChg chg="add mod">
          <ac:chgData name="Sofia Negueruela Avellaneda" userId="1355ce59-2ee3-4584-b6f2-c7e4b99958aa" providerId="ADAL" clId="{75AA7C8B-0E1E-45F8-BB8D-1CDD06E81B9F}" dt="2026-05-01T15:19:27.766" v="3191"/>
          <ac:picMkLst>
            <pc:docMk/>
            <pc:sldMk cId="3983776421" sldId="268"/>
            <ac:picMk id="18" creationId="{B42CDE69-E792-9E51-6E2F-DE2C20D9CCB7}"/>
          </ac:picMkLst>
        </pc:picChg>
        <pc:picChg chg="add mod">
          <ac:chgData name="Sofia Negueruela Avellaneda" userId="1355ce59-2ee3-4584-b6f2-c7e4b99958aa" providerId="ADAL" clId="{75AA7C8B-0E1E-45F8-BB8D-1CDD06E81B9F}" dt="2026-05-01T15:23:28.729" v="3245" actId="571"/>
          <ac:picMkLst>
            <pc:docMk/>
            <pc:sldMk cId="3983776421" sldId="268"/>
            <ac:picMk id="26" creationId="{0093D49B-CAA5-AA0B-C2F3-97F5F67A505B}"/>
          </ac:picMkLst>
        </pc:picChg>
        <pc:picChg chg="add mod">
          <ac:chgData name="Sofia Negueruela Avellaneda" userId="1355ce59-2ee3-4584-b6f2-c7e4b99958aa" providerId="ADAL" clId="{75AA7C8B-0E1E-45F8-BB8D-1CDD06E81B9F}" dt="2026-05-01T15:23:28.729" v="3245" actId="571"/>
          <ac:picMkLst>
            <pc:docMk/>
            <pc:sldMk cId="3983776421" sldId="268"/>
            <ac:picMk id="27" creationId="{A3D23D87-C102-E1A8-FB77-78A5CC2A4287}"/>
          </ac:picMkLst>
        </pc:picChg>
        <pc:picChg chg="add mod">
          <ac:chgData name="Sofia Negueruela Avellaneda" userId="1355ce59-2ee3-4584-b6f2-c7e4b99958aa" providerId="ADAL" clId="{75AA7C8B-0E1E-45F8-BB8D-1CDD06E81B9F}" dt="2026-05-01T15:49:34.616" v="3307" actId="14826"/>
          <ac:picMkLst>
            <pc:docMk/>
            <pc:sldMk cId="3983776421" sldId="268"/>
            <ac:picMk id="29" creationId="{C8264D17-28FE-4FD1-D7D1-D81B0C8A51CC}"/>
          </ac:picMkLst>
        </pc:picChg>
      </pc:sldChg>
      <pc:sldChg chg="addSp delSp modSp add mod ord modTransition setBg">
        <pc:chgData name="Sofia Negueruela Avellaneda" userId="1355ce59-2ee3-4584-b6f2-c7e4b99958aa" providerId="ADAL" clId="{75AA7C8B-0E1E-45F8-BB8D-1CDD06E81B9F}" dt="2026-05-01T15:52:36.718" v="3311" actId="18131"/>
        <pc:sldMkLst>
          <pc:docMk/>
          <pc:sldMk cId="83607501" sldId="269"/>
        </pc:sldMkLst>
        <pc:spChg chg="mod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2" creationId="{B6186D02-DE0F-D14A-8E87-6A3FEFCA0F91}"/>
          </ac:spMkLst>
        </pc:spChg>
        <pc:spChg chg="del mod">
          <ac:chgData name="Sofia Negueruela Avellaneda" userId="1355ce59-2ee3-4584-b6f2-c7e4b99958aa" providerId="ADAL" clId="{75AA7C8B-0E1E-45F8-BB8D-1CDD06E81B9F}" dt="2026-05-01T15:41:36.923" v="3290" actId="478"/>
          <ac:spMkLst>
            <pc:docMk/>
            <pc:sldMk cId="83607501" sldId="269"/>
            <ac:spMk id="3" creationId="{6A177E3F-4651-CE0C-C942-0278E08FD0A4}"/>
          </ac:spMkLst>
        </pc:spChg>
        <pc:spChg chg="add del mod">
          <ac:chgData name="Sofia Negueruela Avellaneda" userId="1355ce59-2ee3-4584-b6f2-c7e4b99958aa" providerId="ADAL" clId="{75AA7C8B-0E1E-45F8-BB8D-1CDD06E81B9F}" dt="2026-05-01T15:41:43.776" v="3291" actId="931"/>
          <ac:spMkLst>
            <pc:docMk/>
            <pc:sldMk cId="83607501" sldId="269"/>
            <ac:spMk id="5" creationId="{1A110EEC-6C55-6A62-F0EF-6DCDE64212F6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8" creationId="{1B15ED52-F352-441B-82BF-E0EA34836D08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0" creationId="{3B2E3793-BFE6-45A2-9B7B-E18844431C99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2" creationId="{BC4C4868-CB8F-4AF9-9CDB-8108F2C19B67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4" creationId="{375E0459-6403-40CD-989D-56A4407CA12E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16" creationId="{53E5B1A8-3AC9-4BD1-9BBC-78CA94F2D1BA}"/>
          </ac:spMkLst>
        </pc:spChg>
        <pc:spChg chg="add del">
          <ac:chgData name="Sofia Negueruela Avellaneda" userId="1355ce59-2ee3-4584-b6f2-c7e4b99958aa" providerId="ADAL" clId="{75AA7C8B-0E1E-45F8-BB8D-1CDD06E81B9F}" dt="2026-05-01T15:41:58.016" v="3294" actId="26606"/>
          <ac:spMkLst>
            <pc:docMk/>
            <pc:sldMk cId="83607501" sldId="269"/>
            <ac:spMk id="20" creationId="{59409661-39DC-D96C-0909-BD91E4DD8CBA}"/>
          </ac:spMkLst>
        </pc:spChg>
        <pc:spChg chg="add del">
          <ac:chgData name="Sofia Negueruela Avellaneda" userId="1355ce59-2ee3-4584-b6f2-c7e4b99958aa" providerId="ADAL" clId="{75AA7C8B-0E1E-45F8-BB8D-1CDD06E81B9F}" dt="2026-05-01T15:42:17.532" v="3299" actId="26606"/>
          <ac:spMkLst>
            <pc:docMk/>
            <pc:sldMk cId="83607501" sldId="269"/>
            <ac:spMk id="21" creationId="{A4AC5506-6312-4701-8D3C-40187889A947}"/>
          </ac:spMkLst>
        </pc:spChg>
        <pc:spChg chg="add del">
          <ac:chgData name="Sofia Negueruela Avellaneda" userId="1355ce59-2ee3-4584-b6f2-c7e4b99958aa" providerId="ADAL" clId="{75AA7C8B-0E1E-45F8-BB8D-1CDD06E81B9F}" dt="2026-05-01T15:41:58.016" v="3294" actId="26606"/>
          <ac:spMkLst>
            <pc:docMk/>
            <pc:sldMk cId="83607501" sldId="269"/>
            <ac:spMk id="23" creationId="{1B15ED52-F352-441B-82BF-E0EA34836D08}"/>
          </ac:spMkLst>
        </pc:spChg>
        <pc:spChg chg="add del">
          <ac:chgData name="Sofia Negueruela Avellaneda" userId="1355ce59-2ee3-4584-b6f2-c7e4b99958aa" providerId="ADAL" clId="{75AA7C8B-0E1E-45F8-BB8D-1CDD06E81B9F}" dt="2026-05-01T15:41:58.016" v="3294" actId="26606"/>
          <ac:spMkLst>
            <pc:docMk/>
            <pc:sldMk cId="83607501" sldId="269"/>
            <ac:spMk id="29" creationId="{375E0459-6403-40CD-989D-56A4407CA12E}"/>
          </ac:spMkLst>
        </pc:spChg>
        <pc:spChg chg="add del">
          <ac:chgData name="Sofia Negueruela Avellaneda" userId="1355ce59-2ee3-4584-b6f2-c7e4b99958aa" providerId="ADAL" clId="{75AA7C8B-0E1E-45F8-BB8D-1CDD06E81B9F}" dt="2026-05-01T15:41:58.016" v="3294" actId="26606"/>
          <ac:spMkLst>
            <pc:docMk/>
            <pc:sldMk cId="83607501" sldId="269"/>
            <ac:spMk id="31" creationId="{53E5B1A8-3AC9-4BD1-9BBC-78CA94F2D1BA}"/>
          </ac:spMkLst>
        </pc:spChg>
        <pc:picChg chg="add mod ord modCrop">
          <ac:chgData name="Sofia Negueruela Avellaneda" userId="1355ce59-2ee3-4584-b6f2-c7e4b99958aa" providerId="ADAL" clId="{75AA7C8B-0E1E-45F8-BB8D-1CDD06E81B9F}" dt="2026-05-01T15:52:36.718" v="3311" actId="18131"/>
          <ac:picMkLst>
            <pc:docMk/>
            <pc:sldMk cId="83607501" sldId="269"/>
            <ac:picMk id="7" creationId="{5BC3B586-C85E-67C7-896D-C31BBB8C1128}"/>
          </ac:picMkLst>
        </pc:picChg>
      </pc:sldChg>
      <pc:sldChg chg="addSp delSp modSp add mod ord modTransition setBg">
        <pc:chgData name="Sofia Negueruela Avellaneda" userId="1355ce59-2ee3-4584-b6f2-c7e4b99958aa" providerId="ADAL" clId="{75AA7C8B-0E1E-45F8-BB8D-1CDD06E81B9F}" dt="2026-05-01T15:42:33.537" v="3301"/>
        <pc:sldMkLst>
          <pc:docMk/>
          <pc:sldMk cId="540189340" sldId="270"/>
        </pc:sldMkLst>
        <pc:spChg chg="mod">
          <ac:chgData name="Sofia Negueruela Avellaneda" userId="1355ce59-2ee3-4584-b6f2-c7e4b99958aa" providerId="ADAL" clId="{75AA7C8B-0E1E-45F8-BB8D-1CDD06E81B9F}" dt="2026-05-01T15:07:28.829" v="3189" actId="20577"/>
          <ac:spMkLst>
            <pc:docMk/>
            <pc:sldMk cId="540189340" sldId="270"/>
            <ac:spMk id="2" creationId="{E98E98ED-E692-EEC6-40A0-9AD9A3FC76C0}"/>
          </ac:spMkLst>
        </pc:spChg>
        <pc:spChg chg="del mod">
          <ac:chgData name="Sofia Negueruela Avellaneda" userId="1355ce59-2ee3-4584-b6f2-c7e4b99958aa" providerId="ADAL" clId="{75AA7C8B-0E1E-45F8-BB8D-1CDD06E81B9F}" dt="2026-05-01T15:07:08.123" v="3170" actId="478"/>
          <ac:spMkLst>
            <pc:docMk/>
            <pc:sldMk cId="540189340" sldId="270"/>
            <ac:spMk id="3" creationId="{68B0B14C-B022-25C4-18CA-FDEDF12D37C6}"/>
          </ac:spMkLst>
        </pc:spChg>
        <pc:spChg chg="add del mod">
          <ac:chgData name="Sofia Negueruela Avellaneda" userId="1355ce59-2ee3-4584-b6f2-c7e4b99958aa" providerId="ADAL" clId="{75AA7C8B-0E1E-45F8-BB8D-1CDD06E81B9F}" dt="2026-05-01T15:07:13.135" v="3171" actId="478"/>
          <ac:spMkLst>
            <pc:docMk/>
            <pc:sldMk cId="540189340" sldId="270"/>
            <ac:spMk id="7" creationId="{AE6804F5-5C0A-6376-C59F-D261E468AF75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0" creationId="{A8384FB5-9ADC-4DDC-881B-597D56F5B15D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2" creationId="{1199E1B1-A8C0-4FE8-A5A8-1CB41D69F857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4" creationId="{84A8DE83-DE75-4B41-9DB4-A7EC0B0DEC0B}"/>
          </ac:spMkLst>
        </pc:spChg>
        <pc:spChg chg="add">
          <ac:chgData name="Sofia Negueruela Avellaneda" userId="1355ce59-2ee3-4584-b6f2-c7e4b99958aa" providerId="ADAL" clId="{75AA7C8B-0E1E-45F8-BB8D-1CDD06E81B9F}" dt="2026-05-01T15:07:16.684" v="3172" actId="26606"/>
          <ac:spMkLst>
            <pc:docMk/>
            <pc:sldMk cId="540189340" sldId="270"/>
            <ac:spMk id="16" creationId="{A7009A0A-BEF5-4EAC-AF15-E4F9F002E239}"/>
          </ac:spMkLst>
        </pc:spChg>
        <pc:picChg chg="add mod">
          <ac:chgData name="Sofia Negueruela Avellaneda" userId="1355ce59-2ee3-4584-b6f2-c7e4b99958aa" providerId="ADAL" clId="{75AA7C8B-0E1E-45F8-BB8D-1CDD06E81B9F}" dt="2026-05-01T15:07:16.684" v="3172" actId="26606"/>
          <ac:picMkLst>
            <pc:docMk/>
            <pc:sldMk cId="540189340" sldId="270"/>
            <ac:picMk id="5" creationId="{9E72EF24-E29B-BADE-B64A-A40A18321777}"/>
          </ac:picMkLst>
        </pc:picChg>
      </pc:sldChg>
      <pc:sldChg chg="delSp add del setBg delDesignElem">
        <pc:chgData name="Sofia Negueruela Avellaneda" userId="1355ce59-2ee3-4584-b6f2-c7e4b99958aa" providerId="ADAL" clId="{75AA7C8B-0E1E-45F8-BB8D-1CDD06E81B9F}" dt="2026-05-01T15:04:07.099" v="3147" actId="47"/>
        <pc:sldMkLst>
          <pc:docMk/>
          <pc:sldMk cId="2677435635" sldId="271"/>
        </pc:sldMkLst>
        <pc:spChg chg="del">
          <ac:chgData name="Sofia Negueruela Avellaneda" userId="1355ce59-2ee3-4584-b6f2-c7e4b99958aa" providerId="ADAL" clId="{75AA7C8B-0E1E-45F8-BB8D-1CDD06E81B9F}" dt="2026-05-01T15:03:57.358" v="3146"/>
          <ac:spMkLst>
            <pc:docMk/>
            <pc:sldMk cId="2677435635" sldId="271"/>
            <ac:spMk id="8" creationId="{70DFC902-7D23-471A-B557-B6B6917D7A0D}"/>
          </ac:spMkLst>
        </pc:spChg>
        <pc:spChg chg="del">
          <ac:chgData name="Sofia Negueruela Avellaneda" userId="1355ce59-2ee3-4584-b6f2-c7e4b99958aa" providerId="ADAL" clId="{75AA7C8B-0E1E-45F8-BB8D-1CDD06E81B9F}" dt="2026-05-01T15:03:57.358" v="3146"/>
          <ac:spMkLst>
            <pc:docMk/>
            <pc:sldMk cId="2677435635" sldId="271"/>
            <ac:spMk id="10" creationId="{A55D5633-D557-4DCA-982C-FF36EB7A1C00}"/>
          </ac:spMkLst>
        </pc:spChg>
        <pc:spChg chg="del">
          <ac:chgData name="Sofia Negueruela Avellaneda" userId="1355ce59-2ee3-4584-b6f2-c7e4b99958aa" providerId="ADAL" clId="{75AA7C8B-0E1E-45F8-BB8D-1CDD06E81B9F}" dt="2026-05-01T15:03:57.358" v="3146"/>
          <ac:spMkLst>
            <pc:docMk/>
            <pc:sldMk cId="2677435635" sldId="271"/>
            <ac:spMk id="12" creationId="{450D3AD2-FA80-415F-A9CE-54D884561CD7}"/>
          </ac:spMkLst>
        </pc:spChg>
      </pc:sldChg>
      <pc:sldChg chg="addSp delSp modSp add mod modTransition setBg delDesignElem">
        <pc:chgData name="Sofia Negueruela Avellaneda" userId="1355ce59-2ee3-4584-b6f2-c7e4b99958aa" providerId="ADAL" clId="{75AA7C8B-0E1E-45F8-BB8D-1CDD06E81B9F}" dt="2026-05-01T15:43:35.981" v="3306" actId="403"/>
        <pc:sldMkLst>
          <pc:docMk/>
          <pc:sldMk cId="3353326479" sldId="271"/>
        </pc:sldMkLst>
        <pc:spChg chg="mo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" creationId="{760F8B63-004B-F69C-BC1E-0E8E46A12985}"/>
          </ac:spMkLst>
        </pc:spChg>
        <pc:spChg chg="del mod">
          <ac:chgData name="Sofia Negueruela Avellaneda" userId="1355ce59-2ee3-4584-b6f2-c7e4b99958aa" providerId="ADAL" clId="{75AA7C8B-0E1E-45F8-BB8D-1CDD06E81B9F}" dt="2026-05-01T15:04:23.456" v="3151" actId="478"/>
          <ac:spMkLst>
            <pc:docMk/>
            <pc:sldMk cId="3353326479" sldId="271"/>
            <ac:spMk id="3" creationId="{65BBB166-F979-7561-08CA-9995E7FBB49D}"/>
          </ac:spMkLst>
        </pc:spChg>
        <pc:spChg chg="add del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5" creationId="{70DFC902-7D23-471A-B557-B6B6917D7A0D}"/>
          </ac:spMkLst>
        </pc:spChg>
        <pc:spChg chg="add del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6" creationId="{A55D5633-D557-4DCA-982C-FF36EB7A1C00}"/>
          </ac:spMkLst>
        </pc:spChg>
        <pc:spChg chg="add del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7" creationId="{450D3AD2-FA80-415F-A9CE-54D884561CD7}"/>
          </ac:spMkLst>
        </pc:spChg>
        <pc:spChg chg="del">
          <ac:chgData name="Sofia Negueruela Avellaneda" userId="1355ce59-2ee3-4584-b6f2-c7e4b99958aa" providerId="ADAL" clId="{75AA7C8B-0E1E-45F8-BB8D-1CDD06E81B9F}" dt="2026-05-01T15:04:07.500" v="3149"/>
          <ac:spMkLst>
            <pc:docMk/>
            <pc:sldMk cId="3353326479" sldId="271"/>
            <ac:spMk id="8" creationId="{5A7358DB-72AF-A49E-1641-DD31313613D1}"/>
          </ac:spMkLst>
        </pc:spChg>
        <pc:spChg chg="add del mod">
          <ac:chgData name="Sofia Negueruela Avellaneda" userId="1355ce59-2ee3-4584-b6f2-c7e4b99958aa" providerId="ADAL" clId="{75AA7C8B-0E1E-45F8-BB8D-1CDD06E81B9F}" dt="2026-05-01T15:04:25.377" v="3152" actId="478"/>
          <ac:spMkLst>
            <pc:docMk/>
            <pc:sldMk cId="3353326479" sldId="271"/>
            <ac:spMk id="9" creationId="{F893EE11-FFD8-4E81-2BD3-B92BDE516083}"/>
          </ac:spMkLst>
        </pc:spChg>
        <pc:spChg chg="del">
          <ac:chgData name="Sofia Negueruela Avellaneda" userId="1355ce59-2ee3-4584-b6f2-c7e4b99958aa" providerId="ADAL" clId="{75AA7C8B-0E1E-45F8-BB8D-1CDD06E81B9F}" dt="2026-05-01T15:04:07.500" v="3149"/>
          <ac:spMkLst>
            <pc:docMk/>
            <pc:sldMk cId="3353326479" sldId="271"/>
            <ac:spMk id="10" creationId="{0F458815-7281-59E4-2CAF-FC81F5556305}"/>
          </ac:spMkLst>
        </pc:spChg>
        <pc:spChg chg="add mod">
          <ac:chgData name="Sofia Negueruela Avellaneda" userId="1355ce59-2ee3-4584-b6f2-c7e4b99958aa" providerId="ADAL" clId="{75AA7C8B-0E1E-45F8-BB8D-1CDD06E81B9F}" dt="2026-05-01T15:43:35.981" v="3306" actId="403"/>
          <ac:spMkLst>
            <pc:docMk/>
            <pc:sldMk cId="3353326479" sldId="271"/>
            <ac:spMk id="11" creationId="{C4945077-5B48-40D2-8D35-150AFA9490E1}"/>
          </ac:spMkLst>
        </pc:spChg>
        <pc:spChg chg="del">
          <ac:chgData name="Sofia Negueruela Avellaneda" userId="1355ce59-2ee3-4584-b6f2-c7e4b99958aa" providerId="ADAL" clId="{75AA7C8B-0E1E-45F8-BB8D-1CDD06E81B9F}" dt="2026-05-01T15:04:07.500" v="3149"/>
          <ac:spMkLst>
            <pc:docMk/>
            <pc:sldMk cId="3353326479" sldId="271"/>
            <ac:spMk id="12" creationId="{D8C3B05E-291B-6E2A-05F3-A2509A9F2B6A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16" creationId="{1B15ED52-F352-441B-82BF-E0EA34836D08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18" creationId="{3B2E3793-BFE6-45A2-9B7B-E18844431C99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0" creationId="{BC4C4868-CB8F-4AF9-9CDB-8108F2C19B67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2" creationId="{375E0459-6403-40CD-989D-56A4407CA12E}"/>
          </ac:spMkLst>
        </pc:spChg>
        <pc:spChg chg="add">
          <ac:chgData name="Sofia Negueruela Avellaneda" userId="1355ce59-2ee3-4584-b6f2-c7e4b99958aa" providerId="ADAL" clId="{75AA7C8B-0E1E-45F8-BB8D-1CDD06E81B9F}" dt="2026-05-01T15:43:33.162" v="3305" actId="26606"/>
          <ac:spMkLst>
            <pc:docMk/>
            <pc:sldMk cId="3353326479" sldId="271"/>
            <ac:spMk id="24" creationId="{53E5B1A8-3AC9-4BD1-9BBC-78CA94F2D1BA}"/>
          </ac:spMkLst>
        </pc:spChg>
      </pc:sldChg>
      <pc:sldChg chg="addSp delSp add del setBg delDesignElem">
        <pc:chgData name="Sofia Negueruela Avellaneda" userId="1355ce59-2ee3-4584-b6f2-c7e4b99958aa" providerId="ADAL" clId="{75AA7C8B-0E1E-45F8-BB8D-1CDD06E81B9F}" dt="2026-05-01T15:25:13.997" v="3252"/>
        <pc:sldMkLst>
          <pc:docMk/>
          <pc:sldMk cId="3764082" sldId="272"/>
        </pc:sldMkLst>
        <pc:spChg chg="add del">
          <ac:chgData name="Sofia Negueruela Avellaneda" userId="1355ce59-2ee3-4584-b6f2-c7e4b99958aa" providerId="ADAL" clId="{75AA7C8B-0E1E-45F8-BB8D-1CDD06E81B9F}" dt="2026-05-01T15:25:13.997" v="3252"/>
          <ac:spMkLst>
            <pc:docMk/>
            <pc:sldMk cId="3764082" sldId="272"/>
            <ac:spMk id="19" creationId="{7C0E42C8-0BB9-56E5-D337-9336D5056C45}"/>
          </ac:spMkLst>
        </pc:spChg>
        <pc:spChg chg="add del">
          <ac:chgData name="Sofia Negueruela Avellaneda" userId="1355ce59-2ee3-4584-b6f2-c7e4b99958aa" providerId="ADAL" clId="{75AA7C8B-0E1E-45F8-BB8D-1CDD06E81B9F}" dt="2026-05-01T15:25:13.997" v="3252"/>
          <ac:spMkLst>
            <pc:docMk/>
            <pc:sldMk cId="3764082" sldId="272"/>
            <ac:spMk id="21" creationId="{44E7D2F6-7F47-78C3-3097-D636FFEFC32F}"/>
          </ac:spMkLst>
        </pc:spChg>
        <pc:spChg chg="add del">
          <ac:chgData name="Sofia Negueruela Avellaneda" userId="1355ce59-2ee3-4584-b6f2-c7e4b99958aa" providerId="ADAL" clId="{75AA7C8B-0E1E-45F8-BB8D-1CDD06E81B9F}" dt="2026-05-01T15:25:13.997" v="3252"/>
          <ac:spMkLst>
            <pc:docMk/>
            <pc:sldMk cId="3764082" sldId="272"/>
            <ac:spMk id="23" creationId="{1625B165-82D9-EF25-8BC4-587D6ED1DBC0}"/>
          </ac:spMkLst>
        </pc:spChg>
        <pc:spChg chg="add del">
          <ac:chgData name="Sofia Negueruela Avellaneda" userId="1355ce59-2ee3-4584-b6f2-c7e4b99958aa" providerId="ADAL" clId="{75AA7C8B-0E1E-45F8-BB8D-1CDD06E81B9F}" dt="2026-05-01T15:25:13.997" v="3252"/>
          <ac:spMkLst>
            <pc:docMk/>
            <pc:sldMk cId="3764082" sldId="272"/>
            <ac:spMk id="25" creationId="{09462487-452E-DAAF-04FF-860A8C67A9CB}"/>
          </ac:spMkLst>
        </pc:spChg>
      </pc:sldChg>
      <pc:sldMasterChg chg="modTransition modSldLayout">
        <pc:chgData name="Sofia Negueruela Avellaneda" userId="1355ce59-2ee3-4584-b6f2-c7e4b99958aa" providerId="ADAL" clId="{75AA7C8B-0E1E-45F8-BB8D-1CDD06E81B9F}" dt="2026-05-01T15:42:33.537" v="3301"/>
        <pc:sldMasterMkLst>
          <pc:docMk/>
          <pc:sldMasterMk cId="3825838310" sldId="2147483648"/>
        </pc:sldMasterMkLst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432199224" sldId="2147483649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943837827" sldId="2147483650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2888338054" sldId="2147483651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582474062" sldId="2147483652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1435574051" sldId="2147483653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2734624506" sldId="2147483654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503724725" sldId="2147483655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969978037" sldId="2147483656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3350314680" sldId="2147483657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2817233306" sldId="2147483658"/>
          </pc:sldLayoutMkLst>
        </pc:sldLayoutChg>
        <pc:sldLayoutChg chg="modTransition">
          <pc:chgData name="Sofia Negueruela Avellaneda" userId="1355ce59-2ee3-4584-b6f2-c7e4b99958aa" providerId="ADAL" clId="{75AA7C8B-0E1E-45F8-BB8D-1CDD06E81B9F}" dt="2026-05-01T15:42:33.537" v="3301"/>
          <pc:sldLayoutMkLst>
            <pc:docMk/>
            <pc:sldMasterMk cId="3825838310" sldId="2147483648"/>
            <pc:sldLayoutMk cId="690844294" sldId="2147483659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11E4FE-E965-4E8F-BAD4-B17B24070E0E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s-ES"/>
        </a:p>
      </dgm:t>
    </dgm:pt>
    <dgm:pt modelId="{351AEB1F-FFFC-4A02-B6D9-6A385B360DB5}">
      <dgm:prSet phldrT="[Texto]"/>
      <dgm:spPr/>
      <dgm:t>
        <a:bodyPr/>
        <a:lstStyle/>
        <a:p>
          <a:r>
            <a:rPr lang="es-ES"/>
            <a:t>Recopilación de datos</a:t>
          </a:r>
        </a:p>
      </dgm:t>
    </dgm:pt>
    <dgm:pt modelId="{BD7D95E5-E058-442E-9CB2-ED356AA4E968}" type="parTrans" cxnId="{8C8905F1-5E2D-4CA1-B4B4-E8125809FA71}">
      <dgm:prSet/>
      <dgm:spPr/>
      <dgm:t>
        <a:bodyPr/>
        <a:lstStyle/>
        <a:p>
          <a:endParaRPr lang="es-ES"/>
        </a:p>
      </dgm:t>
    </dgm:pt>
    <dgm:pt modelId="{18DCB902-B0A7-4A3B-8137-DC88125B4769}" type="sibTrans" cxnId="{8C8905F1-5E2D-4CA1-B4B4-E8125809FA71}">
      <dgm:prSet/>
      <dgm:spPr/>
      <dgm:t>
        <a:bodyPr/>
        <a:lstStyle/>
        <a:p>
          <a:endParaRPr lang="es-ES"/>
        </a:p>
      </dgm:t>
    </dgm:pt>
    <dgm:pt modelId="{71232ECD-CCCA-4E79-AB2B-252C7481DE88}">
      <dgm:prSet/>
      <dgm:spPr/>
      <dgm:t>
        <a:bodyPr/>
        <a:lstStyle/>
        <a:p>
          <a:r>
            <a:rPr lang="es-ES"/>
            <a:t>Procesamiento e ingesta documental</a:t>
          </a:r>
        </a:p>
      </dgm:t>
    </dgm:pt>
    <dgm:pt modelId="{76A1785D-D9B6-47BD-B0E8-F62593439647}" type="parTrans" cxnId="{99382B2B-1965-43F5-94F1-319903033BA2}">
      <dgm:prSet/>
      <dgm:spPr/>
      <dgm:t>
        <a:bodyPr/>
        <a:lstStyle/>
        <a:p>
          <a:endParaRPr lang="es-ES"/>
        </a:p>
      </dgm:t>
    </dgm:pt>
    <dgm:pt modelId="{FCA890BA-1769-4EA4-ABD5-FAA90C0D1B63}" type="sibTrans" cxnId="{99382B2B-1965-43F5-94F1-319903033BA2}">
      <dgm:prSet/>
      <dgm:spPr/>
      <dgm:t>
        <a:bodyPr/>
        <a:lstStyle/>
        <a:p>
          <a:endParaRPr lang="es-ES"/>
        </a:p>
      </dgm:t>
    </dgm:pt>
    <dgm:pt modelId="{8C0D5522-F14B-4A2E-AADB-1434B98C37EA}">
      <dgm:prSet/>
      <dgm:spPr/>
      <dgm:t>
        <a:bodyPr/>
        <a:lstStyle/>
        <a:p>
          <a:r>
            <a:rPr lang="es-ES"/>
            <a:t>Investigación sobre grafos de conocimiento</a:t>
          </a:r>
        </a:p>
      </dgm:t>
    </dgm:pt>
    <dgm:pt modelId="{39F7C7C6-7D3F-43D9-9833-BD86C7847DDA}" type="parTrans" cxnId="{2396B3D8-683A-4231-B4B8-5391545E48C6}">
      <dgm:prSet/>
      <dgm:spPr/>
      <dgm:t>
        <a:bodyPr/>
        <a:lstStyle/>
        <a:p>
          <a:endParaRPr lang="es-ES"/>
        </a:p>
      </dgm:t>
    </dgm:pt>
    <dgm:pt modelId="{0FE19A60-00A3-4C31-8577-5DC8A47B1172}" type="sibTrans" cxnId="{2396B3D8-683A-4231-B4B8-5391545E48C6}">
      <dgm:prSet/>
      <dgm:spPr/>
      <dgm:t>
        <a:bodyPr/>
        <a:lstStyle/>
        <a:p>
          <a:endParaRPr lang="es-ES"/>
        </a:p>
      </dgm:t>
    </dgm:pt>
    <dgm:pt modelId="{3B5A9D95-4CB6-4115-89D6-B35D97370124}">
      <dgm:prSet/>
      <dgm:spPr/>
      <dgm:t>
        <a:bodyPr/>
        <a:lstStyle/>
        <a:p>
          <a:r>
            <a:rPr lang="es-ES"/>
            <a:t>Investigación de la generación </a:t>
          </a:r>
          <a:r>
            <a:rPr lang="es-ES" err="1"/>
            <a:t>multiidioma</a:t>
          </a:r>
          <a:endParaRPr lang="es-ES"/>
        </a:p>
      </dgm:t>
    </dgm:pt>
    <dgm:pt modelId="{77E71043-777F-41DC-9B84-6C5D7F524C6D}" type="parTrans" cxnId="{E682F8EF-AD78-4ADC-9F50-05EC1AF806E4}">
      <dgm:prSet/>
      <dgm:spPr/>
      <dgm:t>
        <a:bodyPr/>
        <a:lstStyle/>
        <a:p>
          <a:endParaRPr lang="es-ES"/>
        </a:p>
      </dgm:t>
    </dgm:pt>
    <dgm:pt modelId="{7401C390-D405-41DE-879F-A8A17100F786}" type="sibTrans" cxnId="{E682F8EF-AD78-4ADC-9F50-05EC1AF806E4}">
      <dgm:prSet/>
      <dgm:spPr/>
      <dgm:t>
        <a:bodyPr/>
        <a:lstStyle/>
        <a:p>
          <a:endParaRPr lang="es-ES"/>
        </a:p>
      </dgm:t>
    </dgm:pt>
    <dgm:pt modelId="{88BC3E88-339A-4CC2-8A74-71D1B5231D25}">
      <dgm:prSet/>
      <dgm:spPr>
        <a:solidFill>
          <a:srgbClr val="8598A9"/>
        </a:solidFill>
      </dgm:spPr>
      <dgm:t>
        <a:bodyPr/>
        <a:lstStyle/>
        <a:p>
          <a:r>
            <a:rPr lang="es-ES"/>
            <a:t>Evaluación y benchmarking</a:t>
          </a:r>
        </a:p>
      </dgm:t>
    </dgm:pt>
    <dgm:pt modelId="{D43D7CCE-7CC3-45F1-B7DE-321C7B11A7A6}" type="parTrans" cxnId="{90B99277-8289-4E15-8D06-2A9FFA1FF4B6}">
      <dgm:prSet/>
      <dgm:spPr/>
      <dgm:t>
        <a:bodyPr/>
        <a:lstStyle/>
        <a:p>
          <a:endParaRPr lang="es-ES"/>
        </a:p>
      </dgm:t>
    </dgm:pt>
    <dgm:pt modelId="{A4EAFB55-0BEC-4301-A400-7E8F4CD3AE26}" type="sibTrans" cxnId="{90B99277-8289-4E15-8D06-2A9FFA1FF4B6}">
      <dgm:prSet/>
      <dgm:spPr/>
      <dgm:t>
        <a:bodyPr/>
        <a:lstStyle/>
        <a:p>
          <a:endParaRPr lang="es-ES"/>
        </a:p>
      </dgm:t>
    </dgm:pt>
    <dgm:pt modelId="{90834866-6D3E-4AF2-9FB4-A5436C931814}" type="pres">
      <dgm:prSet presAssocID="{E511E4FE-E965-4E8F-BAD4-B17B24070E0E}" presName="outerComposite" presStyleCnt="0">
        <dgm:presLayoutVars>
          <dgm:chMax val="5"/>
          <dgm:dir/>
          <dgm:resizeHandles val="exact"/>
        </dgm:presLayoutVars>
      </dgm:prSet>
      <dgm:spPr/>
    </dgm:pt>
    <dgm:pt modelId="{D1255910-AECF-4E82-8C93-050D0DD25F07}" type="pres">
      <dgm:prSet presAssocID="{E511E4FE-E965-4E8F-BAD4-B17B24070E0E}" presName="dummyMaxCanvas" presStyleCnt="0">
        <dgm:presLayoutVars/>
      </dgm:prSet>
      <dgm:spPr/>
    </dgm:pt>
    <dgm:pt modelId="{D138C322-D8BF-44BB-A993-EFCFFD789231}" type="pres">
      <dgm:prSet presAssocID="{E511E4FE-E965-4E8F-BAD4-B17B24070E0E}" presName="FiveNodes_1" presStyleLbl="node1" presStyleIdx="0" presStyleCnt="5">
        <dgm:presLayoutVars>
          <dgm:bulletEnabled val="1"/>
        </dgm:presLayoutVars>
      </dgm:prSet>
      <dgm:spPr/>
    </dgm:pt>
    <dgm:pt modelId="{FA7804D5-4C68-4188-9646-BB15B56E4CE1}" type="pres">
      <dgm:prSet presAssocID="{E511E4FE-E965-4E8F-BAD4-B17B24070E0E}" presName="FiveNodes_2" presStyleLbl="node1" presStyleIdx="1" presStyleCnt="5">
        <dgm:presLayoutVars>
          <dgm:bulletEnabled val="1"/>
        </dgm:presLayoutVars>
      </dgm:prSet>
      <dgm:spPr/>
    </dgm:pt>
    <dgm:pt modelId="{3277F692-5F01-4618-8D88-1D362450DCC5}" type="pres">
      <dgm:prSet presAssocID="{E511E4FE-E965-4E8F-BAD4-B17B24070E0E}" presName="FiveNodes_3" presStyleLbl="node1" presStyleIdx="2" presStyleCnt="5">
        <dgm:presLayoutVars>
          <dgm:bulletEnabled val="1"/>
        </dgm:presLayoutVars>
      </dgm:prSet>
      <dgm:spPr/>
    </dgm:pt>
    <dgm:pt modelId="{1296D7A5-42CC-42A9-9258-40C343169173}" type="pres">
      <dgm:prSet presAssocID="{E511E4FE-E965-4E8F-BAD4-B17B24070E0E}" presName="FiveNodes_4" presStyleLbl="node1" presStyleIdx="3" presStyleCnt="5">
        <dgm:presLayoutVars>
          <dgm:bulletEnabled val="1"/>
        </dgm:presLayoutVars>
      </dgm:prSet>
      <dgm:spPr/>
    </dgm:pt>
    <dgm:pt modelId="{C4CAE690-9F38-4F52-8CF6-165F88FC618D}" type="pres">
      <dgm:prSet presAssocID="{E511E4FE-E965-4E8F-BAD4-B17B24070E0E}" presName="FiveNodes_5" presStyleLbl="node1" presStyleIdx="4" presStyleCnt="5">
        <dgm:presLayoutVars>
          <dgm:bulletEnabled val="1"/>
        </dgm:presLayoutVars>
      </dgm:prSet>
      <dgm:spPr/>
    </dgm:pt>
    <dgm:pt modelId="{90B7CC94-BF9A-4EAB-AD3F-AD8AFF656B45}" type="pres">
      <dgm:prSet presAssocID="{E511E4FE-E965-4E8F-BAD4-B17B24070E0E}" presName="FiveConn_1-2" presStyleLbl="fgAccFollowNode1" presStyleIdx="0" presStyleCnt="4">
        <dgm:presLayoutVars>
          <dgm:bulletEnabled val="1"/>
        </dgm:presLayoutVars>
      </dgm:prSet>
      <dgm:spPr/>
    </dgm:pt>
    <dgm:pt modelId="{8AA54457-B260-4B00-AA3C-FBB7D925919B}" type="pres">
      <dgm:prSet presAssocID="{E511E4FE-E965-4E8F-BAD4-B17B24070E0E}" presName="FiveConn_2-3" presStyleLbl="fgAccFollowNode1" presStyleIdx="1" presStyleCnt="4">
        <dgm:presLayoutVars>
          <dgm:bulletEnabled val="1"/>
        </dgm:presLayoutVars>
      </dgm:prSet>
      <dgm:spPr/>
    </dgm:pt>
    <dgm:pt modelId="{08B99042-0B26-432C-BF5C-9948253764BC}" type="pres">
      <dgm:prSet presAssocID="{E511E4FE-E965-4E8F-BAD4-B17B24070E0E}" presName="FiveConn_3-4" presStyleLbl="fgAccFollowNode1" presStyleIdx="2" presStyleCnt="4">
        <dgm:presLayoutVars>
          <dgm:bulletEnabled val="1"/>
        </dgm:presLayoutVars>
      </dgm:prSet>
      <dgm:spPr/>
    </dgm:pt>
    <dgm:pt modelId="{BDF6AD3D-AEFD-44BA-8A80-4386566FCA7A}" type="pres">
      <dgm:prSet presAssocID="{E511E4FE-E965-4E8F-BAD4-B17B24070E0E}" presName="FiveConn_4-5" presStyleLbl="fgAccFollowNode1" presStyleIdx="3" presStyleCnt="4">
        <dgm:presLayoutVars>
          <dgm:bulletEnabled val="1"/>
        </dgm:presLayoutVars>
      </dgm:prSet>
      <dgm:spPr/>
    </dgm:pt>
    <dgm:pt modelId="{A96D11E6-3C15-4979-8317-8B0C2DCAE045}" type="pres">
      <dgm:prSet presAssocID="{E511E4FE-E965-4E8F-BAD4-B17B24070E0E}" presName="FiveNodes_1_text" presStyleLbl="node1" presStyleIdx="4" presStyleCnt="5">
        <dgm:presLayoutVars>
          <dgm:bulletEnabled val="1"/>
        </dgm:presLayoutVars>
      </dgm:prSet>
      <dgm:spPr/>
    </dgm:pt>
    <dgm:pt modelId="{ED3DA1DE-017A-4503-BBC8-9B24B3AED8A5}" type="pres">
      <dgm:prSet presAssocID="{E511E4FE-E965-4E8F-BAD4-B17B24070E0E}" presName="FiveNodes_2_text" presStyleLbl="node1" presStyleIdx="4" presStyleCnt="5">
        <dgm:presLayoutVars>
          <dgm:bulletEnabled val="1"/>
        </dgm:presLayoutVars>
      </dgm:prSet>
      <dgm:spPr/>
    </dgm:pt>
    <dgm:pt modelId="{D6409AAB-B91B-4BFE-99EE-AD3A78A18797}" type="pres">
      <dgm:prSet presAssocID="{E511E4FE-E965-4E8F-BAD4-B17B24070E0E}" presName="FiveNodes_3_text" presStyleLbl="node1" presStyleIdx="4" presStyleCnt="5">
        <dgm:presLayoutVars>
          <dgm:bulletEnabled val="1"/>
        </dgm:presLayoutVars>
      </dgm:prSet>
      <dgm:spPr/>
    </dgm:pt>
    <dgm:pt modelId="{D88DB89E-9F20-4EFF-B3D1-A381208FE5F9}" type="pres">
      <dgm:prSet presAssocID="{E511E4FE-E965-4E8F-BAD4-B17B24070E0E}" presName="FiveNodes_4_text" presStyleLbl="node1" presStyleIdx="4" presStyleCnt="5">
        <dgm:presLayoutVars>
          <dgm:bulletEnabled val="1"/>
        </dgm:presLayoutVars>
      </dgm:prSet>
      <dgm:spPr/>
    </dgm:pt>
    <dgm:pt modelId="{053260E7-70E1-426A-90FB-8C8E22EABAC9}" type="pres">
      <dgm:prSet presAssocID="{E511E4FE-E965-4E8F-BAD4-B17B24070E0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DC4FC09-E0F5-40ED-871D-AB957D62A536}" type="presOf" srcId="{8C0D5522-F14B-4A2E-AADB-1434B98C37EA}" destId="{D6409AAB-B91B-4BFE-99EE-AD3A78A18797}" srcOrd="1" destOrd="0" presId="urn:microsoft.com/office/officeart/2005/8/layout/vProcess5"/>
    <dgm:cxn modelId="{11DD4118-262E-4D5C-9F25-E817EF6974F2}" type="presOf" srcId="{3B5A9D95-4CB6-4115-89D6-B35D97370124}" destId="{1296D7A5-42CC-42A9-9258-40C343169173}" srcOrd="0" destOrd="0" presId="urn:microsoft.com/office/officeart/2005/8/layout/vProcess5"/>
    <dgm:cxn modelId="{99382B2B-1965-43F5-94F1-319903033BA2}" srcId="{E511E4FE-E965-4E8F-BAD4-B17B24070E0E}" destId="{71232ECD-CCCA-4E79-AB2B-252C7481DE88}" srcOrd="1" destOrd="0" parTransId="{76A1785D-D9B6-47BD-B0E8-F62593439647}" sibTransId="{FCA890BA-1769-4EA4-ABD5-FAA90C0D1B63}"/>
    <dgm:cxn modelId="{6A1DED2C-A137-4EFF-8617-A87BBE53769C}" type="presOf" srcId="{71232ECD-CCCA-4E79-AB2B-252C7481DE88}" destId="{FA7804D5-4C68-4188-9646-BB15B56E4CE1}" srcOrd="0" destOrd="0" presId="urn:microsoft.com/office/officeart/2005/8/layout/vProcess5"/>
    <dgm:cxn modelId="{3118BF33-BE8D-4A3D-8FFB-48B3A57ABE83}" type="presOf" srcId="{18DCB902-B0A7-4A3B-8137-DC88125B4769}" destId="{90B7CC94-BF9A-4EAB-AD3F-AD8AFF656B45}" srcOrd="0" destOrd="0" presId="urn:microsoft.com/office/officeart/2005/8/layout/vProcess5"/>
    <dgm:cxn modelId="{1DAA0C5C-E487-4669-B4C9-4B5FA39F02F1}" type="presOf" srcId="{FCA890BA-1769-4EA4-ABD5-FAA90C0D1B63}" destId="{8AA54457-B260-4B00-AA3C-FBB7D925919B}" srcOrd="0" destOrd="0" presId="urn:microsoft.com/office/officeart/2005/8/layout/vProcess5"/>
    <dgm:cxn modelId="{356EDC62-0FDA-4959-879D-95C07964FEA8}" type="presOf" srcId="{88BC3E88-339A-4CC2-8A74-71D1B5231D25}" destId="{053260E7-70E1-426A-90FB-8C8E22EABAC9}" srcOrd="1" destOrd="0" presId="urn:microsoft.com/office/officeart/2005/8/layout/vProcess5"/>
    <dgm:cxn modelId="{32CE6A54-214A-4501-8D74-CF190CFF07B4}" type="presOf" srcId="{7401C390-D405-41DE-879F-A8A17100F786}" destId="{BDF6AD3D-AEFD-44BA-8A80-4386566FCA7A}" srcOrd="0" destOrd="0" presId="urn:microsoft.com/office/officeart/2005/8/layout/vProcess5"/>
    <dgm:cxn modelId="{90B99277-8289-4E15-8D06-2A9FFA1FF4B6}" srcId="{E511E4FE-E965-4E8F-BAD4-B17B24070E0E}" destId="{88BC3E88-339A-4CC2-8A74-71D1B5231D25}" srcOrd="4" destOrd="0" parTransId="{D43D7CCE-7CC3-45F1-B7DE-321C7B11A7A6}" sibTransId="{A4EAFB55-0BEC-4301-A400-7E8F4CD3AE26}"/>
    <dgm:cxn modelId="{21EFB589-36DC-4F5F-B8D4-90B352CFE5AD}" type="presOf" srcId="{3B5A9D95-4CB6-4115-89D6-B35D97370124}" destId="{D88DB89E-9F20-4EFF-B3D1-A381208FE5F9}" srcOrd="1" destOrd="0" presId="urn:microsoft.com/office/officeart/2005/8/layout/vProcess5"/>
    <dgm:cxn modelId="{7E6D6395-59BC-44E0-A900-FBA89E809C48}" type="presOf" srcId="{8C0D5522-F14B-4A2E-AADB-1434B98C37EA}" destId="{3277F692-5F01-4618-8D88-1D362450DCC5}" srcOrd="0" destOrd="0" presId="urn:microsoft.com/office/officeart/2005/8/layout/vProcess5"/>
    <dgm:cxn modelId="{D24C87A5-9E39-4C2E-9E6A-6C82C1D8A2DA}" type="presOf" srcId="{351AEB1F-FFFC-4A02-B6D9-6A385B360DB5}" destId="{D138C322-D8BF-44BB-A993-EFCFFD789231}" srcOrd="0" destOrd="0" presId="urn:microsoft.com/office/officeart/2005/8/layout/vProcess5"/>
    <dgm:cxn modelId="{8EB426A8-EEF7-474B-833E-2B4FC2DFA298}" type="presOf" srcId="{351AEB1F-FFFC-4A02-B6D9-6A385B360DB5}" destId="{A96D11E6-3C15-4979-8317-8B0C2DCAE045}" srcOrd="1" destOrd="0" presId="urn:microsoft.com/office/officeart/2005/8/layout/vProcess5"/>
    <dgm:cxn modelId="{FA2AA1B1-F644-4EE0-AF5B-09870FAA3BEA}" type="presOf" srcId="{E511E4FE-E965-4E8F-BAD4-B17B24070E0E}" destId="{90834866-6D3E-4AF2-9FB4-A5436C931814}" srcOrd="0" destOrd="0" presId="urn:microsoft.com/office/officeart/2005/8/layout/vProcess5"/>
    <dgm:cxn modelId="{C1D4CCC6-5658-4064-A585-2AA2020B5E13}" type="presOf" srcId="{0FE19A60-00A3-4C31-8577-5DC8A47B1172}" destId="{08B99042-0B26-432C-BF5C-9948253764BC}" srcOrd="0" destOrd="0" presId="urn:microsoft.com/office/officeart/2005/8/layout/vProcess5"/>
    <dgm:cxn modelId="{1EE588CF-4A4C-4CFF-ABBA-BD1A89A0AF54}" type="presOf" srcId="{88BC3E88-339A-4CC2-8A74-71D1B5231D25}" destId="{C4CAE690-9F38-4F52-8CF6-165F88FC618D}" srcOrd="0" destOrd="0" presId="urn:microsoft.com/office/officeart/2005/8/layout/vProcess5"/>
    <dgm:cxn modelId="{2396B3D8-683A-4231-B4B8-5391545E48C6}" srcId="{E511E4FE-E965-4E8F-BAD4-B17B24070E0E}" destId="{8C0D5522-F14B-4A2E-AADB-1434B98C37EA}" srcOrd="2" destOrd="0" parTransId="{39F7C7C6-7D3F-43D9-9833-BD86C7847DDA}" sibTransId="{0FE19A60-00A3-4C31-8577-5DC8A47B1172}"/>
    <dgm:cxn modelId="{B57D09E3-D917-4F42-ADEE-54A54CB50B02}" type="presOf" srcId="{71232ECD-CCCA-4E79-AB2B-252C7481DE88}" destId="{ED3DA1DE-017A-4503-BBC8-9B24B3AED8A5}" srcOrd="1" destOrd="0" presId="urn:microsoft.com/office/officeart/2005/8/layout/vProcess5"/>
    <dgm:cxn modelId="{E682F8EF-AD78-4ADC-9F50-05EC1AF806E4}" srcId="{E511E4FE-E965-4E8F-BAD4-B17B24070E0E}" destId="{3B5A9D95-4CB6-4115-89D6-B35D97370124}" srcOrd="3" destOrd="0" parTransId="{77E71043-777F-41DC-9B84-6C5D7F524C6D}" sibTransId="{7401C390-D405-41DE-879F-A8A17100F786}"/>
    <dgm:cxn modelId="{8C8905F1-5E2D-4CA1-B4B4-E8125809FA71}" srcId="{E511E4FE-E965-4E8F-BAD4-B17B24070E0E}" destId="{351AEB1F-FFFC-4A02-B6D9-6A385B360DB5}" srcOrd="0" destOrd="0" parTransId="{BD7D95E5-E058-442E-9CB2-ED356AA4E968}" sibTransId="{18DCB902-B0A7-4A3B-8137-DC88125B4769}"/>
    <dgm:cxn modelId="{12159798-CA15-4D12-A926-EC2CF44C6525}" type="presParOf" srcId="{90834866-6D3E-4AF2-9FB4-A5436C931814}" destId="{D1255910-AECF-4E82-8C93-050D0DD25F07}" srcOrd="0" destOrd="0" presId="urn:microsoft.com/office/officeart/2005/8/layout/vProcess5"/>
    <dgm:cxn modelId="{800771BE-C3D0-4F8F-B832-FDD7F75A3780}" type="presParOf" srcId="{90834866-6D3E-4AF2-9FB4-A5436C931814}" destId="{D138C322-D8BF-44BB-A993-EFCFFD789231}" srcOrd="1" destOrd="0" presId="urn:microsoft.com/office/officeart/2005/8/layout/vProcess5"/>
    <dgm:cxn modelId="{9FA48490-48D5-4B5D-8D91-B5B4F4192472}" type="presParOf" srcId="{90834866-6D3E-4AF2-9FB4-A5436C931814}" destId="{FA7804D5-4C68-4188-9646-BB15B56E4CE1}" srcOrd="2" destOrd="0" presId="urn:microsoft.com/office/officeart/2005/8/layout/vProcess5"/>
    <dgm:cxn modelId="{566446BB-813A-4601-89B1-3FBFD62899B0}" type="presParOf" srcId="{90834866-6D3E-4AF2-9FB4-A5436C931814}" destId="{3277F692-5F01-4618-8D88-1D362450DCC5}" srcOrd="3" destOrd="0" presId="urn:microsoft.com/office/officeart/2005/8/layout/vProcess5"/>
    <dgm:cxn modelId="{3EDF09F2-BB17-4748-992D-1546F21CFEC6}" type="presParOf" srcId="{90834866-6D3E-4AF2-9FB4-A5436C931814}" destId="{1296D7A5-42CC-42A9-9258-40C343169173}" srcOrd="4" destOrd="0" presId="urn:microsoft.com/office/officeart/2005/8/layout/vProcess5"/>
    <dgm:cxn modelId="{8D6BC871-3C7B-4482-80B5-2876A1F7AE47}" type="presParOf" srcId="{90834866-6D3E-4AF2-9FB4-A5436C931814}" destId="{C4CAE690-9F38-4F52-8CF6-165F88FC618D}" srcOrd="5" destOrd="0" presId="urn:microsoft.com/office/officeart/2005/8/layout/vProcess5"/>
    <dgm:cxn modelId="{2AB75859-EB41-4CFE-B193-EF30F546EFD9}" type="presParOf" srcId="{90834866-6D3E-4AF2-9FB4-A5436C931814}" destId="{90B7CC94-BF9A-4EAB-AD3F-AD8AFF656B45}" srcOrd="6" destOrd="0" presId="urn:microsoft.com/office/officeart/2005/8/layout/vProcess5"/>
    <dgm:cxn modelId="{7721BE47-222A-4F36-BBD3-0A6600B4AA6F}" type="presParOf" srcId="{90834866-6D3E-4AF2-9FB4-A5436C931814}" destId="{8AA54457-B260-4B00-AA3C-FBB7D925919B}" srcOrd="7" destOrd="0" presId="urn:microsoft.com/office/officeart/2005/8/layout/vProcess5"/>
    <dgm:cxn modelId="{06CA4D02-5F18-44C9-BF6A-4573E9EF2D19}" type="presParOf" srcId="{90834866-6D3E-4AF2-9FB4-A5436C931814}" destId="{08B99042-0B26-432C-BF5C-9948253764BC}" srcOrd="8" destOrd="0" presId="urn:microsoft.com/office/officeart/2005/8/layout/vProcess5"/>
    <dgm:cxn modelId="{098F0F3D-B3E4-44AB-9514-EA28355813A8}" type="presParOf" srcId="{90834866-6D3E-4AF2-9FB4-A5436C931814}" destId="{BDF6AD3D-AEFD-44BA-8A80-4386566FCA7A}" srcOrd="9" destOrd="0" presId="urn:microsoft.com/office/officeart/2005/8/layout/vProcess5"/>
    <dgm:cxn modelId="{E34A5542-DC96-42A1-BC4A-3A0B7DEA61C4}" type="presParOf" srcId="{90834866-6D3E-4AF2-9FB4-A5436C931814}" destId="{A96D11E6-3C15-4979-8317-8B0C2DCAE045}" srcOrd="10" destOrd="0" presId="urn:microsoft.com/office/officeart/2005/8/layout/vProcess5"/>
    <dgm:cxn modelId="{CAEAAB68-8260-44A3-A29C-8455C5932A36}" type="presParOf" srcId="{90834866-6D3E-4AF2-9FB4-A5436C931814}" destId="{ED3DA1DE-017A-4503-BBC8-9B24B3AED8A5}" srcOrd="11" destOrd="0" presId="urn:microsoft.com/office/officeart/2005/8/layout/vProcess5"/>
    <dgm:cxn modelId="{52B0204A-6728-424F-A2F4-56EE3DAD26ED}" type="presParOf" srcId="{90834866-6D3E-4AF2-9FB4-A5436C931814}" destId="{D6409AAB-B91B-4BFE-99EE-AD3A78A18797}" srcOrd="12" destOrd="0" presId="urn:microsoft.com/office/officeart/2005/8/layout/vProcess5"/>
    <dgm:cxn modelId="{EDAF9410-CAC7-4EAD-856B-6C013C794301}" type="presParOf" srcId="{90834866-6D3E-4AF2-9FB4-A5436C931814}" destId="{D88DB89E-9F20-4EFF-B3D1-A381208FE5F9}" srcOrd="13" destOrd="0" presId="urn:microsoft.com/office/officeart/2005/8/layout/vProcess5"/>
    <dgm:cxn modelId="{93F3B153-A2EB-4FFE-BFC2-BA2FE8A70B64}" type="presParOf" srcId="{90834866-6D3E-4AF2-9FB4-A5436C931814}" destId="{053260E7-70E1-426A-90FB-8C8E22EABAC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0D299B-1CBA-4A27-92AD-8DCF1B29591C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FEA03CC-5337-4D9A-83B7-D6AFB414A8C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 err="1"/>
            <a:t>CV’s</a:t>
          </a:r>
          <a:endParaRPr lang="en-US" sz="2800"/>
        </a:p>
      </dgm:t>
    </dgm:pt>
    <dgm:pt modelId="{FB4AEF5F-34C9-4508-BDC7-A8DA140D828B}" type="parTrans" cxnId="{C2EAAEB1-AD99-4394-8A8B-799B7634C081}">
      <dgm:prSet/>
      <dgm:spPr/>
      <dgm:t>
        <a:bodyPr/>
        <a:lstStyle/>
        <a:p>
          <a:endParaRPr lang="en-US" sz="3600"/>
        </a:p>
      </dgm:t>
    </dgm:pt>
    <dgm:pt modelId="{4E3F5B4A-20B3-4AD9-A46F-131FE1E493A7}" type="sibTrans" cxnId="{C2EAAEB1-AD99-4394-8A8B-799B7634C081}">
      <dgm:prSet/>
      <dgm:spPr/>
      <dgm:t>
        <a:bodyPr/>
        <a:lstStyle/>
        <a:p>
          <a:endParaRPr lang="en-US" sz="2400"/>
        </a:p>
      </dgm:t>
    </dgm:pt>
    <dgm:pt modelId="{CC000874-6FD5-4D52-AFA7-D28320D8B78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/>
            <a:t>Legislación europea</a:t>
          </a:r>
          <a:endParaRPr lang="en-US" sz="2800"/>
        </a:p>
      </dgm:t>
    </dgm:pt>
    <dgm:pt modelId="{CF14881E-D721-484F-BE11-F16E93CF7458}" type="parTrans" cxnId="{E238AE3B-7FF3-4173-A36D-F55ACE2F5D9B}">
      <dgm:prSet/>
      <dgm:spPr/>
      <dgm:t>
        <a:bodyPr/>
        <a:lstStyle/>
        <a:p>
          <a:endParaRPr lang="en-US" sz="3600"/>
        </a:p>
      </dgm:t>
    </dgm:pt>
    <dgm:pt modelId="{2C644BB8-20B8-4CB9-A21B-2FCCBF42C962}" type="sibTrans" cxnId="{E238AE3B-7FF3-4173-A36D-F55ACE2F5D9B}">
      <dgm:prSet/>
      <dgm:spPr/>
      <dgm:t>
        <a:bodyPr/>
        <a:lstStyle/>
        <a:p>
          <a:endParaRPr lang="en-US" sz="2400"/>
        </a:p>
      </dgm:t>
    </dgm:pt>
    <dgm:pt modelId="{9A01159B-6942-48E5-AEC6-7CD42C93100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/>
            <a:t>Wikipedia</a:t>
          </a:r>
          <a:endParaRPr lang="en-US" sz="2800"/>
        </a:p>
      </dgm:t>
    </dgm:pt>
    <dgm:pt modelId="{1718B582-637D-40A4-B7F1-5DE5393DCDB7}" type="parTrans" cxnId="{E21362E6-17EB-4D17-999F-2F231C8073FA}">
      <dgm:prSet/>
      <dgm:spPr/>
      <dgm:t>
        <a:bodyPr/>
        <a:lstStyle/>
        <a:p>
          <a:endParaRPr lang="en-US" sz="3600"/>
        </a:p>
      </dgm:t>
    </dgm:pt>
    <dgm:pt modelId="{AEF07F89-D69A-4D5D-A10D-FA00E1885ABA}" type="sibTrans" cxnId="{E21362E6-17EB-4D17-999F-2F231C8073FA}">
      <dgm:prSet/>
      <dgm:spPr/>
      <dgm:t>
        <a:bodyPr/>
        <a:lstStyle/>
        <a:p>
          <a:endParaRPr lang="en-US" sz="2400"/>
        </a:p>
      </dgm:t>
    </dgm:pt>
    <dgm:pt modelId="{4A183B2D-5CB3-4593-880B-589875987426}" type="pres">
      <dgm:prSet presAssocID="{150D299B-1CBA-4A27-92AD-8DCF1B29591C}" presName="root" presStyleCnt="0">
        <dgm:presLayoutVars>
          <dgm:dir/>
          <dgm:resizeHandles val="exact"/>
        </dgm:presLayoutVars>
      </dgm:prSet>
      <dgm:spPr/>
    </dgm:pt>
    <dgm:pt modelId="{D898BF5A-1042-4F67-BCA3-1119FC224F7F}" type="pres">
      <dgm:prSet presAssocID="{2FEA03CC-5337-4D9A-83B7-D6AFB414A8CA}" presName="compNode" presStyleCnt="0"/>
      <dgm:spPr/>
    </dgm:pt>
    <dgm:pt modelId="{D721BBE5-87F6-460C-A6D3-49EB40B0C567}" type="pres">
      <dgm:prSet presAssocID="{2FEA03CC-5337-4D9A-83B7-D6AFB414A8CA}" presName="iconBgRect" presStyleLbl="bgShp" presStyleIdx="0" presStyleCnt="3"/>
      <dgm:spPr>
        <a:solidFill>
          <a:srgbClr val="E7E8E9"/>
        </a:solidFill>
      </dgm:spPr>
    </dgm:pt>
    <dgm:pt modelId="{F8597A2B-F40F-43AE-B2DF-E4FF20F67A48}" type="pres">
      <dgm:prSet presAssocID="{2FEA03CC-5337-4D9A-83B7-D6AFB414A8C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DF4336A2-9485-43A4-9F66-81366B96E9DE}" type="pres">
      <dgm:prSet presAssocID="{2FEA03CC-5337-4D9A-83B7-D6AFB414A8CA}" presName="spaceRect" presStyleCnt="0"/>
      <dgm:spPr/>
    </dgm:pt>
    <dgm:pt modelId="{CB8D8D94-03C1-4455-994E-3FBC10718DBE}" type="pres">
      <dgm:prSet presAssocID="{2FEA03CC-5337-4D9A-83B7-D6AFB414A8CA}" presName="textRect" presStyleLbl="revTx" presStyleIdx="0" presStyleCnt="3">
        <dgm:presLayoutVars>
          <dgm:chMax val="1"/>
          <dgm:chPref val="1"/>
        </dgm:presLayoutVars>
      </dgm:prSet>
      <dgm:spPr/>
    </dgm:pt>
    <dgm:pt modelId="{65E45350-37D3-46AA-B8BA-A61DD4BC86A1}" type="pres">
      <dgm:prSet presAssocID="{4E3F5B4A-20B3-4AD9-A46F-131FE1E493A7}" presName="sibTrans" presStyleCnt="0"/>
      <dgm:spPr/>
    </dgm:pt>
    <dgm:pt modelId="{06FC655E-25F6-4D4D-B35C-7E29299AE528}" type="pres">
      <dgm:prSet presAssocID="{CC000874-6FD5-4D52-AFA7-D28320D8B787}" presName="compNode" presStyleCnt="0"/>
      <dgm:spPr/>
    </dgm:pt>
    <dgm:pt modelId="{FA31EB97-A652-4D84-AB80-E16B00798E1B}" type="pres">
      <dgm:prSet presAssocID="{CC000874-6FD5-4D52-AFA7-D28320D8B787}" presName="iconBgRect" presStyleLbl="bgShp" presStyleIdx="1" presStyleCnt="3"/>
      <dgm:spPr>
        <a:solidFill>
          <a:srgbClr val="E7E8E9"/>
        </a:solidFill>
      </dgm:spPr>
    </dgm:pt>
    <dgm:pt modelId="{76214AA4-A3C8-4E9C-B83B-260F76690132}" type="pres">
      <dgm:prSet presAssocID="{CC000874-6FD5-4D52-AFA7-D28320D8B78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7229221-7B01-4A7E-A75C-C455A75D8B1A}" type="pres">
      <dgm:prSet presAssocID="{CC000874-6FD5-4D52-AFA7-D28320D8B787}" presName="spaceRect" presStyleCnt="0"/>
      <dgm:spPr/>
    </dgm:pt>
    <dgm:pt modelId="{374ADF86-7B75-4904-8843-3BFDCD2B663A}" type="pres">
      <dgm:prSet presAssocID="{CC000874-6FD5-4D52-AFA7-D28320D8B787}" presName="textRect" presStyleLbl="revTx" presStyleIdx="1" presStyleCnt="3">
        <dgm:presLayoutVars>
          <dgm:chMax val="1"/>
          <dgm:chPref val="1"/>
        </dgm:presLayoutVars>
      </dgm:prSet>
      <dgm:spPr/>
    </dgm:pt>
    <dgm:pt modelId="{27194346-E37F-4F42-A7A3-BA15F54A92A8}" type="pres">
      <dgm:prSet presAssocID="{2C644BB8-20B8-4CB9-A21B-2FCCBF42C962}" presName="sibTrans" presStyleCnt="0"/>
      <dgm:spPr/>
    </dgm:pt>
    <dgm:pt modelId="{04B88315-CC90-40E8-B5D4-D31E2512496C}" type="pres">
      <dgm:prSet presAssocID="{9A01159B-6942-48E5-AEC6-7CD42C931007}" presName="compNode" presStyleCnt="0"/>
      <dgm:spPr/>
    </dgm:pt>
    <dgm:pt modelId="{4A812C4F-6BE1-41F7-A432-4134909872F5}" type="pres">
      <dgm:prSet presAssocID="{9A01159B-6942-48E5-AEC6-7CD42C931007}" presName="iconBgRect" presStyleLbl="bgShp" presStyleIdx="2" presStyleCnt="3"/>
      <dgm:spPr>
        <a:solidFill>
          <a:srgbClr val="E7E8E9"/>
        </a:solidFill>
      </dgm:spPr>
    </dgm:pt>
    <dgm:pt modelId="{2F3659BB-8657-4E15-AB26-F748DBF12F5C}" type="pres">
      <dgm:prSet presAssocID="{9A01159B-6942-48E5-AEC6-7CD42C93100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D3037164-1666-4823-9CC1-537FB7473AD5}" type="pres">
      <dgm:prSet presAssocID="{9A01159B-6942-48E5-AEC6-7CD42C931007}" presName="spaceRect" presStyleCnt="0"/>
      <dgm:spPr/>
    </dgm:pt>
    <dgm:pt modelId="{8FB77A23-DD64-461C-83E4-7F3057B55F79}" type="pres">
      <dgm:prSet presAssocID="{9A01159B-6942-48E5-AEC6-7CD42C9310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F93924-1A28-40E2-9FE7-B3B119F3253A}" type="presOf" srcId="{150D299B-1CBA-4A27-92AD-8DCF1B29591C}" destId="{4A183B2D-5CB3-4593-880B-589875987426}" srcOrd="0" destOrd="0" presId="urn:microsoft.com/office/officeart/2018/5/layout/IconCircleLabelList"/>
    <dgm:cxn modelId="{E238AE3B-7FF3-4173-A36D-F55ACE2F5D9B}" srcId="{150D299B-1CBA-4A27-92AD-8DCF1B29591C}" destId="{CC000874-6FD5-4D52-AFA7-D28320D8B787}" srcOrd="1" destOrd="0" parTransId="{CF14881E-D721-484F-BE11-F16E93CF7458}" sibTransId="{2C644BB8-20B8-4CB9-A21B-2FCCBF42C962}"/>
    <dgm:cxn modelId="{3CA04D3C-BBF0-4EDC-B12D-E970D4D76518}" type="presOf" srcId="{9A01159B-6942-48E5-AEC6-7CD42C931007}" destId="{8FB77A23-DD64-461C-83E4-7F3057B55F79}" srcOrd="0" destOrd="0" presId="urn:microsoft.com/office/officeart/2018/5/layout/IconCircleLabelList"/>
    <dgm:cxn modelId="{57D5443F-D08F-48D2-9E81-270EA6A0E282}" type="presOf" srcId="{2FEA03CC-5337-4D9A-83B7-D6AFB414A8CA}" destId="{CB8D8D94-03C1-4455-994E-3FBC10718DBE}" srcOrd="0" destOrd="0" presId="urn:microsoft.com/office/officeart/2018/5/layout/IconCircleLabelList"/>
    <dgm:cxn modelId="{D046978A-837B-4F66-AA02-34FE264C0A98}" type="presOf" srcId="{CC000874-6FD5-4D52-AFA7-D28320D8B787}" destId="{374ADF86-7B75-4904-8843-3BFDCD2B663A}" srcOrd="0" destOrd="0" presId="urn:microsoft.com/office/officeart/2018/5/layout/IconCircleLabelList"/>
    <dgm:cxn modelId="{C2EAAEB1-AD99-4394-8A8B-799B7634C081}" srcId="{150D299B-1CBA-4A27-92AD-8DCF1B29591C}" destId="{2FEA03CC-5337-4D9A-83B7-D6AFB414A8CA}" srcOrd="0" destOrd="0" parTransId="{FB4AEF5F-34C9-4508-BDC7-A8DA140D828B}" sibTransId="{4E3F5B4A-20B3-4AD9-A46F-131FE1E493A7}"/>
    <dgm:cxn modelId="{E21362E6-17EB-4D17-999F-2F231C8073FA}" srcId="{150D299B-1CBA-4A27-92AD-8DCF1B29591C}" destId="{9A01159B-6942-48E5-AEC6-7CD42C931007}" srcOrd="2" destOrd="0" parTransId="{1718B582-637D-40A4-B7F1-5DE5393DCDB7}" sibTransId="{AEF07F89-D69A-4D5D-A10D-FA00E1885ABA}"/>
    <dgm:cxn modelId="{C1CE64DC-9708-4A4D-A15A-D34ED7D58C1F}" type="presParOf" srcId="{4A183B2D-5CB3-4593-880B-589875987426}" destId="{D898BF5A-1042-4F67-BCA3-1119FC224F7F}" srcOrd="0" destOrd="0" presId="urn:microsoft.com/office/officeart/2018/5/layout/IconCircleLabelList"/>
    <dgm:cxn modelId="{C6EEAD45-37DB-4123-AD04-AB51B13098E4}" type="presParOf" srcId="{D898BF5A-1042-4F67-BCA3-1119FC224F7F}" destId="{D721BBE5-87F6-460C-A6D3-49EB40B0C567}" srcOrd="0" destOrd="0" presId="urn:microsoft.com/office/officeart/2018/5/layout/IconCircleLabelList"/>
    <dgm:cxn modelId="{A3D9DDDB-7CDA-46B5-ABE3-DF8659C21F3B}" type="presParOf" srcId="{D898BF5A-1042-4F67-BCA3-1119FC224F7F}" destId="{F8597A2B-F40F-43AE-B2DF-E4FF20F67A48}" srcOrd="1" destOrd="0" presId="urn:microsoft.com/office/officeart/2018/5/layout/IconCircleLabelList"/>
    <dgm:cxn modelId="{C7AA2271-B85C-4CA7-9F51-F5F25BED2451}" type="presParOf" srcId="{D898BF5A-1042-4F67-BCA3-1119FC224F7F}" destId="{DF4336A2-9485-43A4-9F66-81366B96E9DE}" srcOrd="2" destOrd="0" presId="urn:microsoft.com/office/officeart/2018/5/layout/IconCircleLabelList"/>
    <dgm:cxn modelId="{9B5A75D0-C34B-44D2-A564-5F5DBE8C6253}" type="presParOf" srcId="{D898BF5A-1042-4F67-BCA3-1119FC224F7F}" destId="{CB8D8D94-03C1-4455-994E-3FBC10718DBE}" srcOrd="3" destOrd="0" presId="urn:microsoft.com/office/officeart/2018/5/layout/IconCircleLabelList"/>
    <dgm:cxn modelId="{8431ECD6-CEF0-4408-9198-CC9CFC6DC2FB}" type="presParOf" srcId="{4A183B2D-5CB3-4593-880B-589875987426}" destId="{65E45350-37D3-46AA-B8BA-A61DD4BC86A1}" srcOrd="1" destOrd="0" presId="urn:microsoft.com/office/officeart/2018/5/layout/IconCircleLabelList"/>
    <dgm:cxn modelId="{F5B60EAC-BED6-4EEB-A14B-E28C80F4984E}" type="presParOf" srcId="{4A183B2D-5CB3-4593-880B-589875987426}" destId="{06FC655E-25F6-4D4D-B35C-7E29299AE528}" srcOrd="2" destOrd="0" presId="urn:microsoft.com/office/officeart/2018/5/layout/IconCircleLabelList"/>
    <dgm:cxn modelId="{B8202A35-210D-4823-A6B3-3B5C274EDFA1}" type="presParOf" srcId="{06FC655E-25F6-4D4D-B35C-7E29299AE528}" destId="{FA31EB97-A652-4D84-AB80-E16B00798E1B}" srcOrd="0" destOrd="0" presId="urn:microsoft.com/office/officeart/2018/5/layout/IconCircleLabelList"/>
    <dgm:cxn modelId="{202518A9-410B-4D22-B50E-B545E577AE06}" type="presParOf" srcId="{06FC655E-25F6-4D4D-B35C-7E29299AE528}" destId="{76214AA4-A3C8-4E9C-B83B-260F76690132}" srcOrd="1" destOrd="0" presId="urn:microsoft.com/office/officeart/2018/5/layout/IconCircleLabelList"/>
    <dgm:cxn modelId="{D23BDD05-52D6-4CA4-80EA-C5EACC786475}" type="presParOf" srcId="{06FC655E-25F6-4D4D-B35C-7E29299AE528}" destId="{47229221-7B01-4A7E-A75C-C455A75D8B1A}" srcOrd="2" destOrd="0" presId="urn:microsoft.com/office/officeart/2018/5/layout/IconCircleLabelList"/>
    <dgm:cxn modelId="{4FD24C46-8B3D-4CB3-8349-F09CA0B9FB45}" type="presParOf" srcId="{06FC655E-25F6-4D4D-B35C-7E29299AE528}" destId="{374ADF86-7B75-4904-8843-3BFDCD2B663A}" srcOrd="3" destOrd="0" presId="urn:microsoft.com/office/officeart/2018/5/layout/IconCircleLabelList"/>
    <dgm:cxn modelId="{6D4624C7-7F9A-4C6B-BAAC-9E66EA1404EE}" type="presParOf" srcId="{4A183B2D-5CB3-4593-880B-589875987426}" destId="{27194346-E37F-4F42-A7A3-BA15F54A92A8}" srcOrd="3" destOrd="0" presId="urn:microsoft.com/office/officeart/2018/5/layout/IconCircleLabelList"/>
    <dgm:cxn modelId="{7EB12B4C-251C-47EC-A27E-34A72F4D6C37}" type="presParOf" srcId="{4A183B2D-5CB3-4593-880B-589875987426}" destId="{04B88315-CC90-40E8-B5D4-D31E2512496C}" srcOrd="4" destOrd="0" presId="urn:microsoft.com/office/officeart/2018/5/layout/IconCircleLabelList"/>
    <dgm:cxn modelId="{1B3D8424-61CB-4026-80CC-1B96D9B4D220}" type="presParOf" srcId="{04B88315-CC90-40E8-B5D4-D31E2512496C}" destId="{4A812C4F-6BE1-41F7-A432-4134909872F5}" srcOrd="0" destOrd="0" presId="urn:microsoft.com/office/officeart/2018/5/layout/IconCircleLabelList"/>
    <dgm:cxn modelId="{D5B92090-F31F-4E96-9CE2-0DC7FC0B395F}" type="presParOf" srcId="{04B88315-CC90-40E8-B5D4-D31E2512496C}" destId="{2F3659BB-8657-4E15-AB26-F748DBF12F5C}" srcOrd="1" destOrd="0" presId="urn:microsoft.com/office/officeart/2018/5/layout/IconCircleLabelList"/>
    <dgm:cxn modelId="{A4AC2D5C-1764-4642-AA34-4E1DEFEBF472}" type="presParOf" srcId="{04B88315-CC90-40E8-B5D4-D31E2512496C}" destId="{D3037164-1666-4823-9CC1-537FB7473AD5}" srcOrd="2" destOrd="0" presId="urn:microsoft.com/office/officeart/2018/5/layout/IconCircleLabelList"/>
    <dgm:cxn modelId="{15998EBC-A533-4CB7-8824-377475ACEA4A}" type="presParOf" srcId="{04B88315-CC90-40E8-B5D4-D31E2512496C}" destId="{8FB77A23-DD64-461C-83E4-7F3057B55F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C4E861-0868-47FF-BFCA-93A0A392248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352A6CA-5139-4EB1-B112-78D017F6D12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/>
            <a:t>Procesamiento e ingesta documental</a:t>
          </a:r>
          <a:endParaRPr lang="en-US" sz="2400"/>
        </a:p>
      </dgm:t>
    </dgm:pt>
    <dgm:pt modelId="{41054891-832B-4210-8C13-A4C5DB3CAF66}" type="parTrans" cxnId="{F65A6722-3AFB-48EF-9A99-F8AFCBF229D3}">
      <dgm:prSet/>
      <dgm:spPr/>
      <dgm:t>
        <a:bodyPr/>
        <a:lstStyle/>
        <a:p>
          <a:endParaRPr lang="en-US" sz="2800"/>
        </a:p>
      </dgm:t>
    </dgm:pt>
    <dgm:pt modelId="{A776357F-DDF1-4562-98F8-8B0B42A10003}" type="sibTrans" cxnId="{F65A6722-3AFB-48EF-9A99-F8AFCBF229D3}">
      <dgm:prSet/>
      <dgm:spPr/>
      <dgm:t>
        <a:bodyPr/>
        <a:lstStyle/>
        <a:p>
          <a:endParaRPr lang="en-US" sz="2800"/>
        </a:p>
      </dgm:t>
    </dgm:pt>
    <dgm:pt modelId="{38D9A974-7BA0-4DEF-9507-B2155A48B2E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/>
            <a:t>Representación del conocimiento</a:t>
          </a:r>
          <a:endParaRPr lang="en-US" sz="2400"/>
        </a:p>
      </dgm:t>
    </dgm:pt>
    <dgm:pt modelId="{ED00A0C9-74FA-4BFB-84EA-30487C20F142}" type="parTrans" cxnId="{31518E10-C8F0-4ADB-B9E2-EEAC63E96767}">
      <dgm:prSet/>
      <dgm:spPr/>
      <dgm:t>
        <a:bodyPr/>
        <a:lstStyle/>
        <a:p>
          <a:endParaRPr lang="en-US" sz="2800"/>
        </a:p>
      </dgm:t>
    </dgm:pt>
    <dgm:pt modelId="{769661A2-4087-48AF-9923-4CDA3B7816F2}" type="sibTrans" cxnId="{31518E10-C8F0-4ADB-B9E2-EEAC63E96767}">
      <dgm:prSet/>
      <dgm:spPr/>
      <dgm:t>
        <a:bodyPr/>
        <a:lstStyle/>
        <a:p>
          <a:endParaRPr lang="en-US" sz="2800"/>
        </a:p>
      </dgm:t>
    </dgm:pt>
    <dgm:pt modelId="{C2B509AA-4389-4F64-A5BE-26AC677292B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/>
            <a:t>Estrategias experimentales</a:t>
          </a:r>
          <a:endParaRPr lang="en-US" sz="2400"/>
        </a:p>
      </dgm:t>
    </dgm:pt>
    <dgm:pt modelId="{EAF27205-A741-4F49-9B1C-E30C54131061}" type="sibTrans" cxnId="{DEACED4F-37F4-4DB6-A3D9-148C62EAC31E}">
      <dgm:prSet/>
      <dgm:spPr/>
      <dgm:t>
        <a:bodyPr/>
        <a:lstStyle/>
        <a:p>
          <a:endParaRPr lang="en-US" sz="2800"/>
        </a:p>
      </dgm:t>
    </dgm:pt>
    <dgm:pt modelId="{DAE2D792-A9B0-49A9-B322-AF27492F8A62}" type="parTrans" cxnId="{DEACED4F-37F4-4DB6-A3D9-148C62EAC31E}">
      <dgm:prSet/>
      <dgm:spPr/>
      <dgm:t>
        <a:bodyPr/>
        <a:lstStyle/>
        <a:p>
          <a:endParaRPr lang="en-US" sz="2800"/>
        </a:p>
      </dgm:t>
    </dgm:pt>
    <dgm:pt modelId="{ED9BB023-5A6C-4A95-9385-8E098C67B870}" type="pres">
      <dgm:prSet presAssocID="{6FC4E861-0868-47FF-BFCA-93A0A3922488}" presName="root" presStyleCnt="0">
        <dgm:presLayoutVars>
          <dgm:dir/>
          <dgm:resizeHandles val="exact"/>
        </dgm:presLayoutVars>
      </dgm:prSet>
      <dgm:spPr/>
    </dgm:pt>
    <dgm:pt modelId="{7F2AA2AF-BD60-4D14-92F5-B18C5EF1E2FD}" type="pres">
      <dgm:prSet presAssocID="{4352A6CA-5139-4EB1-B112-78D017F6D12E}" presName="compNode" presStyleCnt="0"/>
      <dgm:spPr/>
    </dgm:pt>
    <dgm:pt modelId="{DD365984-2AD5-4E3F-A8FA-3D2F2EBDE109}" type="pres">
      <dgm:prSet presAssocID="{4352A6CA-5139-4EB1-B112-78D017F6D12E}" presName="iconBgRect" presStyleLbl="bgShp" presStyleIdx="0" presStyleCnt="3"/>
      <dgm:spPr>
        <a:solidFill>
          <a:srgbClr val="E7E8E9"/>
        </a:solidFill>
      </dgm:spPr>
    </dgm:pt>
    <dgm:pt modelId="{82FB9B85-4ED6-4128-9654-0B081E2D6600}" type="pres">
      <dgm:prSet presAssocID="{4352A6CA-5139-4EB1-B112-78D017F6D12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FF6E9B1-96D4-41C2-A794-BB17C3C44C02}" type="pres">
      <dgm:prSet presAssocID="{4352A6CA-5139-4EB1-B112-78D017F6D12E}" presName="spaceRect" presStyleCnt="0"/>
      <dgm:spPr/>
    </dgm:pt>
    <dgm:pt modelId="{DE581EE1-EE5F-4809-A080-E00273BC6AF8}" type="pres">
      <dgm:prSet presAssocID="{4352A6CA-5139-4EB1-B112-78D017F6D12E}" presName="textRect" presStyleLbl="revTx" presStyleIdx="0" presStyleCnt="3">
        <dgm:presLayoutVars>
          <dgm:chMax val="1"/>
          <dgm:chPref val="1"/>
        </dgm:presLayoutVars>
      </dgm:prSet>
      <dgm:spPr/>
    </dgm:pt>
    <dgm:pt modelId="{0560F99B-AB12-48EA-9901-4DBA2C44A01E}" type="pres">
      <dgm:prSet presAssocID="{A776357F-DDF1-4562-98F8-8B0B42A10003}" presName="sibTrans" presStyleCnt="0"/>
      <dgm:spPr/>
    </dgm:pt>
    <dgm:pt modelId="{FCE91B87-69D2-4B30-9612-C46184D2F645}" type="pres">
      <dgm:prSet presAssocID="{38D9A974-7BA0-4DEF-9507-B2155A48B2E1}" presName="compNode" presStyleCnt="0"/>
      <dgm:spPr/>
    </dgm:pt>
    <dgm:pt modelId="{1220C838-E784-4DA3-9273-0B76679392BD}" type="pres">
      <dgm:prSet presAssocID="{38D9A974-7BA0-4DEF-9507-B2155A48B2E1}" presName="iconBgRect" presStyleLbl="bgShp" presStyleIdx="1" presStyleCnt="3"/>
      <dgm:spPr>
        <a:solidFill>
          <a:srgbClr val="E7E8E9"/>
        </a:solidFill>
      </dgm:spPr>
    </dgm:pt>
    <dgm:pt modelId="{33CA0072-5D85-4C2D-B8D7-8FF03FEEEE56}" type="pres">
      <dgm:prSet presAssocID="{38D9A974-7BA0-4DEF-9507-B2155A48B2E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DA4F87EE-0AAB-4D70-B045-9D6FC4E82AE5}" type="pres">
      <dgm:prSet presAssocID="{38D9A974-7BA0-4DEF-9507-B2155A48B2E1}" presName="spaceRect" presStyleCnt="0"/>
      <dgm:spPr/>
    </dgm:pt>
    <dgm:pt modelId="{67F868FC-6A9E-4AC8-8F97-849B789B1334}" type="pres">
      <dgm:prSet presAssocID="{38D9A974-7BA0-4DEF-9507-B2155A48B2E1}" presName="textRect" presStyleLbl="revTx" presStyleIdx="1" presStyleCnt="3">
        <dgm:presLayoutVars>
          <dgm:chMax val="1"/>
          <dgm:chPref val="1"/>
        </dgm:presLayoutVars>
      </dgm:prSet>
      <dgm:spPr/>
    </dgm:pt>
    <dgm:pt modelId="{15CE007F-AC3D-498F-AE5B-6BF08159EE64}" type="pres">
      <dgm:prSet presAssocID="{769661A2-4087-48AF-9923-4CDA3B7816F2}" presName="sibTrans" presStyleCnt="0"/>
      <dgm:spPr/>
    </dgm:pt>
    <dgm:pt modelId="{C40E5717-A10B-4270-80E1-B369BC66D561}" type="pres">
      <dgm:prSet presAssocID="{C2B509AA-4389-4F64-A5BE-26AC677292B9}" presName="compNode" presStyleCnt="0"/>
      <dgm:spPr/>
    </dgm:pt>
    <dgm:pt modelId="{C76CD1A8-3DDA-4987-94EF-AA23A7E91872}" type="pres">
      <dgm:prSet presAssocID="{C2B509AA-4389-4F64-A5BE-26AC677292B9}" presName="iconBgRect" presStyleLbl="bgShp" presStyleIdx="2" presStyleCnt="3"/>
      <dgm:spPr>
        <a:solidFill>
          <a:srgbClr val="E7E8E9"/>
        </a:solidFill>
      </dgm:spPr>
    </dgm:pt>
    <dgm:pt modelId="{33CD03E7-11AA-490F-B72B-876FA37F7EF2}" type="pres">
      <dgm:prSet presAssocID="{C2B509AA-4389-4F64-A5BE-26AC677292B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C6B8777-DF33-416A-8B56-B1CC15172D5A}" type="pres">
      <dgm:prSet presAssocID="{C2B509AA-4389-4F64-A5BE-26AC677292B9}" presName="spaceRect" presStyleCnt="0"/>
      <dgm:spPr/>
    </dgm:pt>
    <dgm:pt modelId="{6449CBB3-612D-47FF-B051-D920A777D74F}" type="pres">
      <dgm:prSet presAssocID="{C2B509AA-4389-4F64-A5BE-26AC677292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1518E10-C8F0-4ADB-B9E2-EEAC63E96767}" srcId="{6FC4E861-0868-47FF-BFCA-93A0A3922488}" destId="{38D9A974-7BA0-4DEF-9507-B2155A48B2E1}" srcOrd="1" destOrd="0" parTransId="{ED00A0C9-74FA-4BFB-84EA-30487C20F142}" sibTransId="{769661A2-4087-48AF-9923-4CDA3B7816F2}"/>
    <dgm:cxn modelId="{F65A6722-3AFB-48EF-9A99-F8AFCBF229D3}" srcId="{6FC4E861-0868-47FF-BFCA-93A0A3922488}" destId="{4352A6CA-5139-4EB1-B112-78D017F6D12E}" srcOrd="0" destOrd="0" parTransId="{41054891-832B-4210-8C13-A4C5DB3CAF66}" sibTransId="{A776357F-DDF1-4562-98F8-8B0B42A10003}"/>
    <dgm:cxn modelId="{4AAF1A44-17C0-47AD-B908-F882A6D4208E}" type="presOf" srcId="{38D9A974-7BA0-4DEF-9507-B2155A48B2E1}" destId="{67F868FC-6A9E-4AC8-8F97-849B789B1334}" srcOrd="0" destOrd="0" presId="urn:microsoft.com/office/officeart/2018/5/layout/IconCircleLabelList"/>
    <dgm:cxn modelId="{DEACED4F-37F4-4DB6-A3D9-148C62EAC31E}" srcId="{6FC4E861-0868-47FF-BFCA-93A0A3922488}" destId="{C2B509AA-4389-4F64-A5BE-26AC677292B9}" srcOrd="2" destOrd="0" parTransId="{DAE2D792-A9B0-49A9-B322-AF27492F8A62}" sibTransId="{EAF27205-A741-4F49-9B1C-E30C54131061}"/>
    <dgm:cxn modelId="{E989D3CC-1F4F-4470-9CB4-53452E23DD02}" type="presOf" srcId="{C2B509AA-4389-4F64-A5BE-26AC677292B9}" destId="{6449CBB3-612D-47FF-B051-D920A777D74F}" srcOrd="0" destOrd="0" presId="urn:microsoft.com/office/officeart/2018/5/layout/IconCircleLabelList"/>
    <dgm:cxn modelId="{806A8FDD-DDD6-48B7-99F1-0931554CAB48}" type="presOf" srcId="{4352A6CA-5139-4EB1-B112-78D017F6D12E}" destId="{DE581EE1-EE5F-4809-A080-E00273BC6AF8}" srcOrd="0" destOrd="0" presId="urn:microsoft.com/office/officeart/2018/5/layout/IconCircleLabelList"/>
    <dgm:cxn modelId="{E9A8DCE7-C67E-4FB7-A75C-A20DC8156137}" type="presOf" srcId="{6FC4E861-0868-47FF-BFCA-93A0A3922488}" destId="{ED9BB023-5A6C-4A95-9385-8E098C67B870}" srcOrd="0" destOrd="0" presId="urn:microsoft.com/office/officeart/2018/5/layout/IconCircleLabelList"/>
    <dgm:cxn modelId="{9BBC6719-B09E-4CB0-91DA-24CCE6A25559}" type="presParOf" srcId="{ED9BB023-5A6C-4A95-9385-8E098C67B870}" destId="{7F2AA2AF-BD60-4D14-92F5-B18C5EF1E2FD}" srcOrd="0" destOrd="0" presId="urn:microsoft.com/office/officeart/2018/5/layout/IconCircleLabelList"/>
    <dgm:cxn modelId="{BFE39EF5-AE1F-4E7A-A40D-08DE98C686AB}" type="presParOf" srcId="{7F2AA2AF-BD60-4D14-92F5-B18C5EF1E2FD}" destId="{DD365984-2AD5-4E3F-A8FA-3D2F2EBDE109}" srcOrd="0" destOrd="0" presId="urn:microsoft.com/office/officeart/2018/5/layout/IconCircleLabelList"/>
    <dgm:cxn modelId="{67E02405-856E-4934-829A-47E6974BFBF1}" type="presParOf" srcId="{7F2AA2AF-BD60-4D14-92F5-B18C5EF1E2FD}" destId="{82FB9B85-4ED6-4128-9654-0B081E2D6600}" srcOrd="1" destOrd="0" presId="urn:microsoft.com/office/officeart/2018/5/layout/IconCircleLabelList"/>
    <dgm:cxn modelId="{877BFEFF-109D-48D0-A93B-8D9A11E37915}" type="presParOf" srcId="{7F2AA2AF-BD60-4D14-92F5-B18C5EF1E2FD}" destId="{2FF6E9B1-96D4-41C2-A794-BB17C3C44C02}" srcOrd="2" destOrd="0" presId="urn:microsoft.com/office/officeart/2018/5/layout/IconCircleLabelList"/>
    <dgm:cxn modelId="{C46335A9-CA43-4457-AEDD-A52C817F1AAE}" type="presParOf" srcId="{7F2AA2AF-BD60-4D14-92F5-B18C5EF1E2FD}" destId="{DE581EE1-EE5F-4809-A080-E00273BC6AF8}" srcOrd="3" destOrd="0" presId="urn:microsoft.com/office/officeart/2018/5/layout/IconCircleLabelList"/>
    <dgm:cxn modelId="{D2B198D5-CEC1-471B-B98D-320F06A61519}" type="presParOf" srcId="{ED9BB023-5A6C-4A95-9385-8E098C67B870}" destId="{0560F99B-AB12-48EA-9901-4DBA2C44A01E}" srcOrd="1" destOrd="0" presId="urn:microsoft.com/office/officeart/2018/5/layout/IconCircleLabelList"/>
    <dgm:cxn modelId="{756B1377-5BBB-4035-92AE-4D355947DE13}" type="presParOf" srcId="{ED9BB023-5A6C-4A95-9385-8E098C67B870}" destId="{FCE91B87-69D2-4B30-9612-C46184D2F645}" srcOrd="2" destOrd="0" presId="urn:microsoft.com/office/officeart/2018/5/layout/IconCircleLabelList"/>
    <dgm:cxn modelId="{E662642E-58F0-4BB3-B2B5-2D2B155811EA}" type="presParOf" srcId="{FCE91B87-69D2-4B30-9612-C46184D2F645}" destId="{1220C838-E784-4DA3-9273-0B76679392BD}" srcOrd="0" destOrd="0" presId="urn:microsoft.com/office/officeart/2018/5/layout/IconCircleLabelList"/>
    <dgm:cxn modelId="{9576445F-BD4E-4F33-BF58-7BDDBCC04102}" type="presParOf" srcId="{FCE91B87-69D2-4B30-9612-C46184D2F645}" destId="{33CA0072-5D85-4C2D-B8D7-8FF03FEEEE56}" srcOrd="1" destOrd="0" presId="urn:microsoft.com/office/officeart/2018/5/layout/IconCircleLabelList"/>
    <dgm:cxn modelId="{9EFDE591-0653-4B8A-9B48-B66DD7197BCF}" type="presParOf" srcId="{FCE91B87-69D2-4B30-9612-C46184D2F645}" destId="{DA4F87EE-0AAB-4D70-B045-9D6FC4E82AE5}" srcOrd="2" destOrd="0" presId="urn:microsoft.com/office/officeart/2018/5/layout/IconCircleLabelList"/>
    <dgm:cxn modelId="{0901081C-73A3-455B-890E-70837BC81FDB}" type="presParOf" srcId="{FCE91B87-69D2-4B30-9612-C46184D2F645}" destId="{67F868FC-6A9E-4AC8-8F97-849B789B1334}" srcOrd="3" destOrd="0" presId="urn:microsoft.com/office/officeart/2018/5/layout/IconCircleLabelList"/>
    <dgm:cxn modelId="{5571F9D7-13F7-402E-909C-C54F946DE013}" type="presParOf" srcId="{ED9BB023-5A6C-4A95-9385-8E098C67B870}" destId="{15CE007F-AC3D-498F-AE5B-6BF08159EE64}" srcOrd="3" destOrd="0" presId="urn:microsoft.com/office/officeart/2018/5/layout/IconCircleLabelList"/>
    <dgm:cxn modelId="{2CC14232-7582-4E6A-95F0-2055573A5BDE}" type="presParOf" srcId="{ED9BB023-5A6C-4A95-9385-8E098C67B870}" destId="{C40E5717-A10B-4270-80E1-B369BC66D561}" srcOrd="4" destOrd="0" presId="urn:microsoft.com/office/officeart/2018/5/layout/IconCircleLabelList"/>
    <dgm:cxn modelId="{28934C35-5B03-457B-BA3C-D214DF7E03F2}" type="presParOf" srcId="{C40E5717-A10B-4270-80E1-B369BC66D561}" destId="{C76CD1A8-3DDA-4987-94EF-AA23A7E91872}" srcOrd="0" destOrd="0" presId="urn:microsoft.com/office/officeart/2018/5/layout/IconCircleLabelList"/>
    <dgm:cxn modelId="{0B503DE5-E62B-4505-8B6E-075667D393DF}" type="presParOf" srcId="{C40E5717-A10B-4270-80E1-B369BC66D561}" destId="{33CD03E7-11AA-490F-B72B-876FA37F7EF2}" srcOrd="1" destOrd="0" presId="urn:microsoft.com/office/officeart/2018/5/layout/IconCircleLabelList"/>
    <dgm:cxn modelId="{19C676BE-4F36-4B57-860F-8C3F10066965}" type="presParOf" srcId="{C40E5717-A10B-4270-80E1-B369BC66D561}" destId="{AC6B8777-DF33-416A-8B56-B1CC15172D5A}" srcOrd="2" destOrd="0" presId="urn:microsoft.com/office/officeart/2018/5/layout/IconCircleLabelList"/>
    <dgm:cxn modelId="{40F46275-0351-4535-93EC-357C3E90371C}" type="presParOf" srcId="{C40E5717-A10B-4270-80E1-B369BC66D561}" destId="{6449CBB3-612D-47FF-B051-D920A777D7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8C322-D8BF-44BB-A993-EFCFFD789231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Recopilación de datos</a:t>
          </a:r>
        </a:p>
      </dsp:txBody>
      <dsp:txXfrm>
        <a:off x="22940" y="22940"/>
        <a:ext cx="7160195" cy="737360"/>
      </dsp:txXfrm>
    </dsp:sp>
    <dsp:sp modelId="{FA7804D5-4C68-4188-9646-BB15B56E4CE1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36400"/>
            <a:satOff val="-14223"/>
            <a:lumOff val="95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Procesamiento e ingesta documental</a:t>
          </a:r>
        </a:p>
      </dsp:txBody>
      <dsp:txXfrm>
        <a:off x="627587" y="914964"/>
        <a:ext cx="6937378" cy="737360"/>
      </dsp:txXfrm>
    </dsp:sp>
    <dsp:sp modelId="{3277F692-5F01-4618-8D88-1D362450DCC5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Investigación sobre grafos de conocimiento</a:t>
          </a:r>
        </a:p>
      </dsp:txBody>
      <dsp:txXfrm>
        <a:off x="1232233" y="1806988"/>
        <a:ext cx="6937378" cy="737360"/>
      </dsp:txXfrm>
    </dsp:sp>
    <dsp:sp modelId="{1296D7A5-42CC-42A9-9258-40C343169173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09199"/>
            <a:satOff val="-42669"/>
            <a:lumOff val="286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Investigación de la generación </a:t>
          </a:r>
          <a:r>
            <a:rPr lang="es-ES" sz="2800" kern="1200" err="1"/>
            <a:t>multiidioma</a:t>
          </a:r>
          <a:endParaRPr lang="es-ES" sz="2800" kern="1200"/>
        </a:p>
      </dsp:txBody>
      <dsp:txXfrm>
        <a:off x="1836880" y="2699012"/>
        <a:ext cx="6937378" cy="737360"/>
      </dsp:txXfrm>
    </dsp:sp>
    <dsp:sp modelId="{C4CAE690-9F38-4F52-8CF6-165F88FC618D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rgbClr val="8598A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Evaluación y benchmarking</a:t>
          </a:r>
        </a:p>
      </dsp:txBody>
      <dsp:txXfrm>
        <a:off x="2441527" y="3591037"/>
        <a:ext cx="6937378" cy="737360"/>
      </dsp:txXfrm>
    </dsp:sp>
    <dsp:sp modelId="{90B7CC94-BF9A-4EAB-AD3F-AD8AFF656B45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7702454" y="572200"/>
        <a:ext cx="280008" cy="383102"/>
      </dsp:txXfrm>
    </dsp:sp>
    <dsp:sp modelId="{8AA54457-B260-4B00-AA3C-FBB7D925919B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8307101" y="1464225"/>
        <a:ext cx="280008" cy="383102"/>
      </dsp:txXfrm>
    </dsp:sp>
    <dsp:sp modelId="{08B99042-0B26-432C-BF5C-9948253764BC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8911748" y="2343195"/>
        <a:ext cx="280008" cy="383102"/>
      </dsp:txXfrm>
    </dsp:sp>
    <dsp:sp modelId="{BDF6AD3D-AEFD-44BA-8A80-4386566FCA7A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9516395" y="3243922"/>
        <a:ext cx="280008" cy="383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1BBE5-87F6-460C-A6D3-49EB40B0C567}">
      <dsp:nvSpPr>
        <dsp:cNvPr id="0" name=""/>
        <dsp:cNvSpPr/>
      </dsp:nvSpPr>
      <dsp:spPr>
        <a:xfrm>
          <a:off x="718664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597A2B-F40F-43AE-B2DF-E4FF20F67A48}">
      <dsp:nvSpPr>
        <dsp:cNvPr id="0" name=""/>
        <dsp:cNvSpPr/>
      </dsp:nvSpPr>
      <dsp:spPr>
        <a:xfrm>
          <a:off x="1135476" y="54026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D8D94-03C1-4455-994E-3FBC10718DBE}">
      <dsp:nvSpPr>
        <dsp:cNvPr id="0" name=""/>
        <dsp:cNvSpPr/>
      </dsp:nvSpPr>
      <dsp:spPr>
        <a:xfrm>
          <a:off x="93445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 err="1"/>
            <a:t>CV’s</a:t>
          </a:r>
          <a:endParaRPr lang="en-US" sz="2800" kern="1200"/>
        </a:p>
      </dsp:txBody>
      <dsp:txXfrm>
        <a:off x="93445" y="2688452"/>
        <a:ext cx="3206250" cy="877500"/>
      </dsp:txXfrm>
    </dsp:sp>
    <dsp:sp modelId="{FA31EB97-A652-4D84-AB80-E16B00798E1B}">
      <dsp:nvSpPr>
        <dsp:cNvPr id="0" name=""/>
        <dsp:cNvSpPr/>
      </dsp:nvSpPr>
      <dsp:spPr>
        <a:xfrm>
          <a:off x="4486008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14AA4-A3C8-4E9C-B83B-260F76690132}">
      <dsp:nvSpPr>
        <dsp:cNvPr id="0" name=""/>
        <dsp:cNvSpPr/>
      </dsp:nvSpPr>
      <dsp:spPr>
        <a:xfrm>
          <a:off x="4902820" y="54026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ADF86-7B75-4904-8843-3BFDCD2B663A}">
      <dsp:nvSpPr>
        <dsp:cNvPr id="0" name=""/>
        <dsp:cNvSpPr/>
      </dsp:nvSpPr>
      <dsp:spPr>
        <a:xfrm>
          <a:off x="3860789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/>
            <a:t>Legislación europea</a:t>
          </a:r>
          <a:endParaRPr lang="en-US" sz="2800" kern="1200"/>
        </a:p>
      </dsp:txBody>
      <dsp:txXfrm>
        <a:off x="3860789" y="2688452"/>
        <a:ext cx="3206250" cy="877500"/>
      </dsp:txXfrm>
    </dsp:sp>
    <dsp:sp modelId="{4A812C4F-6BE1-41F7-A432-4134909872F5}">
      <dsp:nvSpPr>
        <dsp:cNvPr id="0" name=""/>
        <dsp:cNvSpPr/>
      </dsp:nvSpPr>
      <dsp:spPr>
        <a:xfrm>
          <a:off x="8253352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659BB-8657-4E15-AB26-F748DBF12F5C}">
      <dsp:nvSpPr>
        <dsp:cNvPr id="0" name=""/>
        <dsp:cNvSpPr/>
      </dsp:nvSpPr>
      <dsp:spPr>
        <a:xfrm>
          <a:off x="8670164" y="54026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77A23-DD64-461C-83E4-7F3057B55F79}">
      <dsp:nvSpPr>
        <dsp:cNvPr id="0" name=""/>
        <dsp:cNvSpPr/>
      </dsp:nvSpPr>
      <dsp:spPr>
        <a:xfrm>
          <a:off x="7628133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/>
            <a:t>Wikipedia</a:t>
          </a:r>
          <a:endParaRPr lang="en-US" sz="2800" kern="1200"/>
        </a:p>
      </dsp:txBody>
      <dsp:txXfrm>
        <a:off x="7628133" y="2688452"/>
        <a:ext cx="3206250" cy="87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65984-2AD5-4E3F-A8FA-3D2F2EBDE109}">
      <dsp:nvSpPr>
        <dsp:cNvPr id="0" name=""/>
        <dsp:cNvSpPr/>
      </dsp:nvSpPr>
      <dsp:spPr>
        <a:xfrm>
          <a:off x="674338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B9B85-4ED6-4128-9654-0B081E2D6600}">
      <dsp:nvSpPr>
        <dsp:cNvPr id="0" name=""/>
        <dsp:cNvSpPr/>
      </dsp:nvSpPr>
      <dsp:spPr>
        <a:xfrm>
          <a:off x="1113088" y="80265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81EE1-EE5F-4809-A080-E00273BC6AF8}">
      <dsp:nvSpPr>
        <dsp:cNvPr id="0" name=""/>
        <dsp:cNvSpPr/>
      </dsp:nvSpPr>
      <dsp:spPr>
        <a:xfrm>
          <a:off x="16213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/>
            <a:t>Procesamiento e ingesta documental</a:t>
          </a:r>
          <a:endParaRPr lang="en-US" sz="2400" kern="1200"/>
        </a:p>
      </dsp:txBody>
      <dsp:txXfrm>
        <a:off x="16213" y="3063902"/>
        <a:ext cx="3375000" cy="765000"/>
      </dsp:txXfrm>
    </dsp:sp>
    <dsp:sp modelId="{1220C838-E784-4DA3-9273-0B76679392BD}">
      <dsp:nvSpPr>
        <dsp:cNvPr id="0" name=""/>
        <dsp:cNvSpPr/>
      </dsp:nvSpPr>
      <dsp:spPr>
        <a:xfrm>
          <a:off x="4639964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A0072-5D85-4C2D-B8D7-8FF03FEEEE56}">
      <dsp:nvSpPr>
        <dsp:cNvPr id="0" name=""/>
        <dsp:cNvSpPr/>
      </dsp:nvSpPr>
      <dsp:spPr>
        <a:xfrm>
          <a:off x="5078714" y="80265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868FC-6A9E-4AC8-8F97-849B789B1334}">
      <dsp:nvSpPr>
        <dsp:cNvPr id="0" name=""/>
        <dsp:cNvSpPr/>
      </dsp:nvSpPr>
      <dsp:spPr>
        <a:xfrm>
          <a:off x="3981839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/>
            <a:t>Representación del conocimiento</a:t>
          </a:r>
          <a:endParaRPr lang="en-US" sz="2400" kern="1200"/>
        </a:p>
      </dsp:txBody>
      <dsp:txXfrm>
        <a:off x="3981839" y="3063902"/>
        <a:ext cx="3375000" cy="765000"/>
      </dsp:txXfrm>
    </dsp:sp>
    <dsp:sp modelId="{C76CD1A8-3DDA-4987-94EF-AA23A7E91872}">
      <dsp:nvSpPr>
        <dsp:cNvPr id="0" name=""/>
        <dsp:cNvSpPr/>
      </dsp:nvSpPr>
      <dsp:spPr>
        <a:xfrm>
          <a:off x="8605589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D03E7-11AA-490F-B72B-876FA37F7EF2}">
      <dsp:nvSpPr>
        <dsp:cNvPr id="0" name=""/>
        <dsp:cNvSpPr/>
      </dsp:nvSpPr>
      <dsp:spPr>
        <a:xfrm>
          <a:off x="9044339" y="80265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9CBB3-612D-47FF-B051-D920A777D74F}">
      <dsp:nvSpPr>
        <dsp:cNvPr id="0" name=""/>
        <dsp:cNvSpPr/>
      </dsp:nvSpPr>
      <dsp:spPr>
        <a:xfrm>
          <a:off x="7947464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/>
            <a:t>Estrategias experimentales</a:t>
          </a:r>
          <a:endParaRPr lang="en-US" sz="2400" kern="1200"/>
        </a:p>
      </dsp:txBody>
      <dsp:txXfrm>
        <a:off x="7947464" y="3063902"/>
        <a:ext cx="3375000" cy="76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DA3B7-DF4B-4512-9353-21E7A8669511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79901-12C0-4769-AE20-E86B9F6176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60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86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Recopilación de datos</a:t>
            </a:r>
          </a:p>
          <a:p>
            <a:r>
              <a:rPr lang="es-ES"/>
              <a:t>Procesamiento e ingesta documental</a:t>
            </a:r>
          </a:p>
          <a:p>
            <a:r>
              <a:rPr lang="es-ES"/>
              <a:t>Indexación vectorial</a:t>
            </a:r>
          </a:p>
          <a:p>
            <a:r>
              <a:rPr lang="es-ES"/>
              <a:t>Grafos de conocimiento</a:t>
            </a:r>
          </a:p>
          <a:p>
            <a:r>
              <a:rPr lang="es-ES"/>
              <a:t>Generación </a:t>
            </a:r>
            <a:r>
              <a:rPr lang="es-ES" err="1"/>
              <a:t>multiidioma</a:t>
            </a:r>
            <a:endParaRPr lang="es-ES"/>
          </a:p>
          <a:p>
            <a:r>
              <a:rPr lang="es-ES"/>
              <a:t>Evaluación y benchmarking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194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Un sistema RAG responde preguntas combinando el uso de </a:t>
            </a:r>
            <a:r>
              <a:rPr lang="es-ES" err="1"/>
              <a:t>LLMs</a:t>
            </a:r>
            <a:r>
              <a:rPr lang="es-ES"/>
              <a:t> con fuentes de conocimiento específicas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2223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8529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Un sistema RAG responde preguntas combinando el uso de </a:t>
            </a:r>
            <a:r>
              <a:rPr lang="es-ES" err="1"/>
              <a:t>LLMs</a:t>
            </a:r>
            <a:r>
              <a:rPr lang="es-ES"/>
              <a:t> con fuentes de conocimiento específicas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328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522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753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2E06-C855-2CCB-7511-9F7B3BA6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5647F7-D362-DB1B-75F0-99A8FB020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2E53854-0053-6A86-82A3-3D650033E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E3DDA7-07ED-967B-7162-45CB057D3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918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09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2B3A9-4244-C66D-F256-56A96E853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468BD3-0075-DDA6-9512-BD3CB3AA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959025-C91F-C9A7-F323-05AF6AFF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F1EA1-29C1-358B-5351-7B1AD3A8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02B2A8-AB31-FDDB-82C1-C7C203F4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2199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71F0F-E9FD-055A-53AC-84E3A10B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AB9B2-41A0-E7ED-84E3-57296130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1319C-DF03-6D1C-4448-B6D35FDF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78443-04B5-DDA6-6A60-E1EE46C1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D0B86D-DE92-00F2-A22C-91F36D9F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837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25049-D789-EC70-4187-9F21B263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288483-66A3-D6A0-8F1C-3E2C07494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34B58-43BF-E99D-C0E4-8EB4B454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BF0BED-3827-4E7D-6890-D24267A3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20608-3543-8815-8BA0-96C75BC6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338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CB3CA-F909-E3A0-C4F5-52D12C5A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EE17F-77D3-ED50-1D2E-9FB1439C2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7B6804-1AB5-B3DA-B905-36CEE7612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B62E2D-AD60-B8CB-B600-D26EE817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C14868-165E-C7BC-8B36-4A125F99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FE84B3-625F-A839-0958-77752CE3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47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0BDA6-2F60-3618-471F-5D106B3C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986FC-0BC9-5963-8D29-440FA2DC9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98A0C-7D79-7B2E-15AF-3DBFDA62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7B4363-A532-8399-864D-D4A62AE95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C03C35-4B77-FDF6-B139-F06296307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407CAA-D361-BBFB-A029-28E182C6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A950C8-78CF-6075-E7A9-D7667E54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D209F4-1804-C0BA-E8C3-4080805D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574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EB8EA-52AB-6D6E-AF67-0265E845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40B64B-D19B-8264-3384-9D930FFB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8A51AB-B8C2-E727-2F24-AAF3C94A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D53D55-CDC5-03B4-E784-3D053648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4624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0F3146-9460-F996-A256-2019A6A9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BD0FE0-081C-4C9D-8DC0-BA48E56E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6F93A9-E030-50F6-248F-CE3207CC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724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3B15B-623D-0EE1-090A-1BE7DC3F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0A30EA-966C-8AE9-9041-2AA4AE55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DEFA58-20B1-80B1-CBBF-9B7A51D0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2DE3E1-27C4-3FBD-BEC4-AFCC57AD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D7D89A-CD85-A308-69AF-3947C351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66B759-8DEB-1B7D-1CCD-A8522AD9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9978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A6567-B976-8603-C182-9D1E86A7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FD9446-7AB9-7DC7-7AE4-F987CDE92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3F4520-3DC6-862E-2801-B5E19D135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879B24-1948-B54B-A314-22578C33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945E4D-7577-F341-8ACD-73DBABF4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8F270E-1E4E-A09B-ADDE-8E6CD29D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314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0E53A-D324-68CC-EF48-15593B02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A2A314-057A-AD99-C2C6-F31001EE2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A02DF2-0BD4-C0B4-2C95-40542E1E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2C29E-3D88-5D06-75E0-BD6070EA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241FB-B974-ADDA-1FE7-BA849DAA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7233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EB41E2-C88E-7488-BAD6-BAD105136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3C137-0824-F4EC-C880-C8E568CF7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7B481-5550-2CD5-AA5A-88210A0B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E6E8C5-BFE3-624F-EBF1-054985FB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2E354-FD61-B410-4691-614FD455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844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B8FD55-A476-1524-23F9-888773FA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AF6BE2-0CD6-FF82-3196-3E4987BE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6B671A-EFE0-7B4B-D828-5EE4152F0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38AF1-FF45-4AF1-AEA9-0AA3EBC94766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00AC0-E78E-59E0-4FF8-A5AF4EDCA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78712-2718-9195-89DA-011E444FE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25F66-E82C-41AA-85A8-A50155738B7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8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22ADF-5EA2-1F1E-7A57-3D0409420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s-ES" sz="4800">
                <a:solidFill>
                  <a:srgbClr val="FFFFFF"/>
                </a:solidFill>
              </a:rPr>
              <a:t>Desarrollo sistema RAG</a:t>
            </a:r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7164F-BC27-5F0D-3C21-6DECCB69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Autor: Sofía Negueruela Avellaneda</a:t>
            </a:r>
          </a:p>
          <a:p>
            <a:pPr algn="l"/>
            <a:r>
              <a:rPr lang="es-ES">
                <a:solidFill>
                  <a:srgbClr val="FFFFFF"/>
                </a:solidFill>
              </a:rPr>
              <a:t>Director: Nicolás Pérez Beltrán</a:t>
            </a:r>
          </a:p>
        </p:txBody>
      </p:sp>
    </p:spTree>
    <p:extLst>
      <p:ext uri="{BB962C8B-B14F-4D97-AF65-F5344CB8AC3E}">
        <p14:creationId xmlns:p14="http://schemas.microsoft.com/office/powerpoint/2010/main" val="292513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66AD63-0932-AD98-022F-89996398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/>
              <a:t>Metodología de trabajo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66D59420-5E69-5A4D-F5AA-9E440A37E1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53459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8037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AA0753-A72B-EF0E-1B34-E81763311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38013-4CD0-0C00-ACF3-DC51DCA25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ES" sz="2400"/>
              <a:t>  Procesamiento </a:t>
            </a:r>
            <a:r>
              <a:rPr lang="es-ES" sz="2400" err="1"/>
              <a:t>Multiidioma</a:t>
            </a:r>
            <a:r>
              <a:rPr lang="es-ES" sz="2400"/>
              <a:t> de Documentos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Sistema de Embeddings Open Source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Recuperación Avanzada y Representación del Conocimiento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Sistema de </a:t>
            </a:r>
            <a:r>
              <a:rPr lang="es-ES" sz="2400" err="1"/>
              <a:t>Keywords</a:t>
            </a:r>
            <a:r>
              <a:rPr lang="es-ES" sz="2400"/>
              <a:t> y Metadatos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Generación con </a:t>
            </a:r>
            <a:r>
              <a:rPr lang="es-ES" sz="2400" err="1"/>
              <a:t>LLMs</a:t>
            </a:r>
            <a:r>
              <a:rPr lang="es-ES" sz="2400"/>
              <a:t> Open </a:t>
            </a:r>
            <a:r>
              <a:rPr lang="es-ES" sz="2400" err="1"/>
              <a:t>Source</a:t>
            </a:r>
            <a:endParaRPr lang="es-ES" sz="2400"/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Evaluación y Benchmarking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Estrategias Experimentales de Recuperación y Generación</a:t>
            </a:r>
          </a:p>
        </p:txBody>
      </p:sp>
    </p:spTree>
    <p:extLst>
      <p:ext uri="{BB962C8B-B14F-4D97-AF65-F5344CB8AC3E}">
        <p14:creationId xmlns:p14="http://schemas.microsoft.com/office/powerpoint/2010/main" val="1702550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86147F-815A-DA68-1CCD-47FA928A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Casos de uso</a:t>
            </a: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F11D2317-1CAC-1D7C-B882-9909ECBA20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1961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812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E3F92D-8555-03AD-3A5E-90E4BB6D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Objetivos del proyecto</a:t>
            </a:r>
          </a:p>
        </p:txBody>
      </p: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5C1E40B6-843E-2169-5EAB-28868D106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010919"/>
              </p:ext>
            </p:extLst>
          </p:nvPr>
        </p:nvGraphicFramePr>
        <p:xfrm>
          <a:off x="644056" y="2112579"/>
          <a:ext cx="11338678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261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4" name="Rectangle 107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716728-8814-D95A-CB01-2FB8A139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¿</a:t>
            </a:r>
            <a:r>
              <a:rPr lang="en-US" sz="4000" err="1">
                <a:solidFill>
                  <a:srgbClr val="FFFFFF"/>
                </a:solidFill>
              </a:rPr>
              <a:t>Qué</a:t>
            </a:r>
            <a:r>
              <a:rPr lang="en-US" sz="4000">
                <a:solidFill>
                  <a:srgbClr val="FFFFFF"/>
                </a:solidFill>
              </a:rPr>
              <a:t> es un </a:t>
            </a:r>
            <a:r>
              <a:rPr lang="en-US" sz="4000" err="1">
                <a:solidFill>
                  <a:srgbClr val="FFFFFF"/>
                </a:solidFill>
              </a:rPr>
              <a:t>sistema</a:t>
            </a:r>
            <a:r>
              <a:rPr lang="en-US" sz="4000">
                <a:solidFill>
                  <a:srgbClr val="FFFFFF"/>
                </a:solidFill>
              </a:rPr>
              <a:t> RAG?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19076BD-3A9F-ED8E-0424-86E085840F64}"/>
              </a:ext>
            </a:extLst>
          </p:cNvPr>
          <p:cNvGrpSpPr/>
          <p:nvPr/>
        </p:nvGrpSpPr>
        <p:grpSpPr>
          <a:xfrm>
            <a:off x="1073624" y="2367234"/>
            <a:ext cx="10044752" cy="3776279"/>
            <a:chOff x="1073624" y="2515991"/>
            <a:chExt cx="10044752" cy="3776279"/>
          </a:xfrm>
        </p:grpSpPr>
        <p:pic>
          <p:nvPicPr>
            <p:cNvPr id="2050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514F60A3-66FB-4739-A6CE-F105CC31FF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073624" y="2515991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4F058122-0ED0-A06D-74CC-4FFD9AD1E58F}"/>
                </a:ext>
              </a:extLst>
            </p:cNvPr>
            <p:cNvSpPr txBox="1"/>
            <p:nvPr/>
          </p:nvSpPr>
          <p:spPr>
            <a:xfrm>
              <a:off x="8607972" y="2678543"/>
              <a:ext cx="1776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/>
                <a:t>Búsqueda híbrida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42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AFC2DC-0D2D-C2C1-8878-8DE5BF3A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Respuestas incompletas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9933722-A464-3E78-C98E-B24BF8D45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38"/>
          <a:stretch>
            <a:fillRect/>
          </a:stretch>
        </p:blipFill>
        <p:spPr>
          <a:xfrm>
            <a:off x="73261" y="1711463"/>
            <a:ext cx="6923283" cy="3938334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62A9D545-F71D-6B1B-6B3E-7EFF0FCB0EB7}"/>
              </a:ext>
            </a:extLst>
          </p:cNvPr>
          <p:cNvGrpSpPr/>
          <p:nvPr/>
        </p:nvGrpSpPr>
        <p:grpSpPr>
          <a:xfrm>
            <a:off x="8582639" y="95897"/>
            <a:ext cx="3238707" cy="1379114"/>
            <a:chOff x="1558533" y="1383562"/>
            <a:chExt cx="10044752" cy="3776279"/>
          </a:xfrm>
        </p:grpSpPr>
        <p:pic>
          <p:nvPicPr>
            <p:cNvPr id="5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BBD0094D-FCA4-C04B-1112-752BDDBC7E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558533" y="1383562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97E61BF-A0FF-4E5C-D558-1D3541702529}"/>
                </a:ext>
              </a:extLst>
            </p:cNvPr>
            <p:cNvSpPr/>
            <p:nvPr/>
          </p:nvSpPr>
          <p:spPr>
            <a:xfrm>
              <a:off x="6504812" y="1383562"/>
              <a:ext cx="5098473" cy="3776279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16031CA5-529E-02E5-F072-D01C4AC97E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315" t="349" r="473" b="-349"/>
          <a:stretch>
            <a:fillRect/>
          </a:stretch>
        </p:blipFill>
        <p:spPr>
          <a:xfrm>
            <a:off x="5170584" y="2571401"/>
            <a:ext cx="6923283" cy="419747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8264D17-28FE-4FD1-D7D1-D81B0C8A51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6432" y="1788477"/>
            <a:ext cx="6701426" cy="485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76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5" name="Rectangle 207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78" name="Rectangle 207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9" name="Rectangle 207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0" name="Rectangle 207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B14B4BB-8D41-B024-CD71-9A851A36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Documentación inconexa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706B4FA-D5A1-44D0-DDB3-E0EDA1D5C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79" y="1706500"/>
            <a:ext cx="8731242" cy="50204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676A4FB-FE4D-46E0-BBDF-A6787CA0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209" y="2577406"/>
            <a:ext cx="6540642" cy="311277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467DAB-6CD8-3EBE-D7B5-9CC5AE461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4" r="29541"/>
          <a:stretch>
            <a:fillRect/>
          </a:stretch>
        </p:blipFill>
        <p:spPr>
          <a:xfrm>
            <a:off x="167269" y="1621225"/>
            <a:ext cx="5309506" cy="5025137"/>
          </a:xfrm>
          <a:prstGeom prst="rect">
            <a:avLst/>
          </a:prstGeom>
          <a:solidFill>
            <a:schemeClr val="tx1"/>
          </a:solidFill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05FE147B-22CC-1983-7A3A-07C435A89671}"/>
              </a:ext>
            </a:extLst>
          </p:cNvPr>
          <p:cNvGrpSpPr/>
          <p:nvPr/>
        </p:nvGrpSpPr>
        <p:grpSpPr>
          <a:xfrm>
            <a:off x="8582639" y="95897"/>
            <a:ext cx="3238707" cy="1379114"/>
            <a:chOff x="1558533" y="1383562"/>
            <a:chExt cx="10044752" cy="3776279"/>
          </a:xfrm>
        </p:grpSpPr>
        <p:pic>
          <p:nvPicPr>
            <p:cNvPr id="14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48C1A942-5CA9-F018-A72D-5359B896BC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558533" y="1383562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99BCC668-E9CE-F8DA-A032-5C947ADB68A2}"/>
                </a:ext>
              </a:extLst>
            </p:cNvPr>
            <p:cNvSpPr/>
            <p:nvPr/>
          </p:nvSpPr>
          <p:spPr>
            <a:xfrm>
              <a:off x="8905059" y="1448767"/>
              <a:ext cx="2218181" cy="191798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030600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10195-2453-BE09-6448-1B81EEB8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186D02-DE0F-D14A-8E87-6A3FEFCA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Testing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BC3B586-C85E-67C7-896D-C31BBB8C1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4"/>
          <a:stretch>
            <a:fillRect/>
          </a:stretch>
        </p:blipFill>
        <p:spPr>
          <a:xfrm>
            <a:off x="1192936" y="1622745"/>
            <a:ext cx="9806123" cy="50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7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D4637-FB76-6EC1-3C3B-849E9002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0F8B63-004B-F69C-BC1E-0E8E46A12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Resultados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C4945077-5B48-40D2-8D35-150AFA949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2400"/>
              <a:t>  Procesamiento </a:t>
            </a:r>
            <a:r>
              <a:rPr lang="es-ES" sz="2400" err="1"/>
              <a:t>Multiidioma</a:t>
            </a:r>
            <a:r>
              <a:rPr lang="es-ES" sz="2400"/>
              <a:t> de Documentos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sz="2400"/>
              <a:t>  Sistema de Embeddings Open Source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sz="2400"/>
              <a:t>  </a:t>
            </a:r>
            <a:r>
              <a:rPr lang="es-ES" sz="2400"/>
              <a:t>Recuperación Avanzada y Representación del Conocimiento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sz="2400"/>
              <a:t>  </a:t>
            </a:r>
            <a:r>
              <a:rPr lang="es-ES" sz="2400"/>
              <a:t>Sistema de </a:t>
            </a:r>
            <a:r>
              <a:rPr lang="es-ES" sz="2400" err="1"/>
              <a:t>Keywords</a:t>
            </a:r>
            <a:r>
              <a:rPr lang="es-ES" sz="2400"/>
              <a:t> y Metadatos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sz="2400"/>
              <a:t>  </a:t>
            </a:r>
            <a:r>
              <a:rPr lang="es-ES" sz="2400"/>
              <a:t>Generación con </a:t>
            </a:r>
            <a:r>
              <a:rPr lang="es-ES" sz="2400" err="1"/>
              <a:t>LLMs</a:t>
            </a:r>
            <a:r>
              <a:rPr lang="es-ES" sz="2400"/>
              <a:t> Open </a:t>
            </a:r>
            <a:r>
              <a:rPr lang="es-ES" sz="2400" err="1"/>
              <a:t>Source</a:t>
            </a:r>
            <a:endParaRPr lang="es-ES" sz="2400"/>
          </a:p>
          <a:p>
            <a:pPr>
              <a:buFont typeface="Wingdings" panose="05000000000000000000" pitchFamily="2" charset="2"/>
              <a:buChar char="q"/>
            </a:pPr>
            <a:r>
              <a:rPr lang="da-DK" sz="2400"/>
              <a:t>  </a:t>
            </a:r>
            <a:r>
              <a:rPr lang="es-ES" sz="2400"/>
              <a:t>Evaluación y Benchmarking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sz="2400"/>
              <a:t>  </a:t>
            </a:r>
            <a:r>
              <a:rPr lang="es-ES" sz="2400"/>
              <a:t>Estrategias Experimentales de Recuperación y Generación</a:t>
            </a:r>
          </a:p>
        </p:txBody>
      </p:sp>
    </p:spTree>
    <p:extLst>
      <p:ext uri="{BB962C8B-B14F-4D97-AF65-F5344CB8AC3E}">
        <p14:creationId xmlns:p14="http://schemas.microsoft.com/office/powerpoint/2010/main" val="3353326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860EF-EF99-646A-AF07-5A62230F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8E98ED-E692-EEC6-40A0-9AD9A3FC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Cronograma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72EF24-E29B-BADE-B64A-A40A1832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25" y="2436603"/>
            <a:ext cx="11327549" cy="351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89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9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Tema de Office</vt:lpstr>
      <vt:lpstr>Desarrollo sistema RAG</vt:lpstr>
      <vt:lpstr>Metodología de trabajo</vt:lpstr>
      <vt:lpstr>Objetivos</vt:lpstr>
      <vt:lpstr>Casos de uso</vt:lpstr>
      <vt:lpstr>Objetivos del proyecto</vt:lpstr>
      <vt:lpstr>¿Qué es un sistema RAG?</vt:lpstr>
      <vt:lpstr>Respuestas incompletas</vt:lpstr>
      <vt:lpstr>Documentación inconexa</vt:lpstr>
      <vt:lpstr>Testing</vt:lpstr>
      <vt:lpstr>Resultados</vt:lpstr>
      <vt:lpstr>Cronograma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Negueruela Avellaneda</dc:creator>
  <cp:revision>1</cp:revision>
  <dcterms:created xsi:type="dcterms:W3CDTF">2026-02-27T11:34:51Z</dcterms:created>
  <dcterms:modified xsi:type="dcterms:W3CDTF">2026-05-01T16:41:15Z</dcterms:modified>
</cp:coreProperties>
</file>